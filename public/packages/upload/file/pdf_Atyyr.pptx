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1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5C035EF-658B-41EF-BC1D-6F3180FFD117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36AAC2A8-440E-4627-8FAB-8834240E2CB7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21335"/>
              </p:ext>
            </p:extLst>
          </p:nvPr>
        </p:nvGraphicFramePr>
        <p:xfrm>
          <a:off x="914400" y="381000"/>
          <a:ext cx="731520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0"/>
              </a:tblGrid>
              <a:tr h="457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Aharoni" pitchFamily="2" charset="-79"/>
                          <a:cs typeface="Aharoni" pitchFamily="2" charset="-79"/>
                        </a:rPr>
                        <a:t>TELAH TERSEDIA SARANA DAN MEDIA KONSULTASI LAYANAN YANG BISA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</a:txBody>
                  <a:tcPr marL="9525" marR="9525" marT="9525" marB="0" anchor="ctr"/>
                </a:tc>
              </a:tr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Aharoni" pitchFamily="2" charset="-79"/>
                          <a:cs typeface="Aharoni" pitchFamily="2" charset="-79"/>
                        </a:rPr>
                        <a:t>DIMANFAATKAN SEMUA LAPISAN MASYARAKAT DAN MUDAH DIAKSES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310664"/>
              </p:ext>
            </p:extLst>
          </p:nvPr>
        </p:nvGraphicFramePr>
        <p:xfrm>
          <a:off x="914400" y="2133600"/>
          <a:ext cx="12954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5400"/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MEDIA KONSULTASI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19473"/>
              </p:ext>
            </p:extLst>
          </p:nvPr>
        </p:nvGraphicFramePr>
        <p:xfrm>
          <a:off x="914400" y="2819404"/>
          <a:ext cx="7315200" cy="3124196"/>
        </p:xfrm>
        <a:graphic>
          <a:graphicData uri="http://schemas.openxmlformats.org/drawingml/2006/table">
            <a:tbl>
              <a:tblPr/>
              <a:tblGrid>
                <a:gridCol w="736600"/>
                <a:gridCol w="2794000"/>
                <a:gridCol w="3784600"/>
              </a:tblGrid>
              <a:tr h="30126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SARANA &amp; MEDIA KONSULTASI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KETERANGAN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3634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(BISA LEBIH DARI SATU)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(LETAK,ALAMAT,NOMOR,DLL)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3634"/>
                    </a:solidFill>
                  </a:tcPr>
                </a:tc>
              </a:tr>
              <a:tr h="278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RUANG KHUSUS KONSULTASI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278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ALAMAT SURAT KONSULTASI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JL. Kauman No. 11 Cilacap 53212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78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SMS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+628112828879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278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E-MAIL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78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TELEPON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+62282-533178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27894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MEDIA SOSIAL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WA : +628112828879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78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IG : samsatcilacap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278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Twitter : @upppdkabcilacap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78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Facebook : </a:t>
                      </a:r>
                      <a:r>
                        <a:rPr lang="en-US" sz="12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Samsat</a:t>
                      </a: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Cilacap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6609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03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20</TotalTime>
  <Words>77</Words>
  <Application>Microsoft Office PowerPoint</Application>
  <PresentationFormat>On-screen Show (4:3)</PresentationFormat>
  <Paragraphs>29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Technic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elang</dc:creator>
  <cp:lastModifiedBy>elang</cp:lastModifiedBy>
  <cp:revision>4</cp:revision>
  <cp:lastPrinted>2022-07-09T11:32:53Z</cp:lastPrinted>
  <dcterms:created xsi:type="dcterms:W3CDTF">2022-07-09T11:20:07Z</dcterms:created>
  <dcterms:modified xsi:type="dcterms:W3CDTF">2022-07-09T11:41:03Z</dcterms:modified>
</cp:coreProperties>
</file>