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93" r:id="rId2"/>
    <p:sldMasterId id="2147483706" r:id="rId3"/>
    <p:sldMasterId id="2147483719" r:id="rId4"/>
  </p:sldMasterIdLst>
  <p:notesMasterIdLst>
    <p:notesMasterId r:id="rId22"/>
  </p:notesMasterIdLst>
  <p:handoutMasterIdLst>
    <p:handoutMasterId r:id="rId23"/>
  </p:handoutMasterIdLst>
  <p:sldIdLst>
    <p:sldId id="310" r:id="rId5"/>
    <p:sldId id="321" r:id="rId6"/>
    <p:sldId id="324" r:id="rId7"/>
    <p:sldId id="329" r:id="rId8"/>
    <p:sldId id="340" r:id="rId9"/>
    <p:sldId id="314" r:id="rId10"/>
    <p:sldId id="341" r:id="rId11"/>
    <p:sldId id="342" r:id="rId12"/>
    <p:sldId id="343" r:id="rId13"/>
    <p:sldId id="344" r:id="rId14"/>
    <p:sldId id="345" r:id="rId15"/>
    <p:sldId id="347" r:id="rId16"/>
    <p:sldId id="346" r:id="rId17"/>
    <p:sldId id="336" r:id="rId18"/>
    <p:sldId id="331" r:id="rId19"/>
    <p:sldId id="338" r:id="rId20"/>
    <p:sldId id="319" r:id="rId21"/>
  </p:sldIdLst>
  <p:sldSz cx="12192000" cy="6858000"/>
  <p:notesSz cx="6858000" cy="1112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5581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5581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64D80-F7FA-472E-94AB-3BE5576317D1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567010"/>
            <a:ext cx="2971800" cy="5581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0567010"/>
            <a:ext cx="2971800" cy="5581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7C0E8-AAFB-4301-8867-57EB18D6F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50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5572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5572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29AC5-6C53-4933-984A-B8F68911B3A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1390650"/>
            <a:ext cx="6673850" cy="37544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354638"/>
            <a:ext cx="5486400" cy="43799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567988"/>
            <a:ext cx="2971800" cy="5572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0567988"/>
            <a:ext cx="2971800" cy="5572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837CF-A476-4CD3-A0CF-C10259B90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3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atinLnBrk="1">
              <a:defRPr/>
            </a:pPr>
            <a:fld id="{A10C3BAC-965C-4721-A9DF-AB8A232715B2}" type="slidenum">
              <a:rPr lang="id-ID" smtClean="0">
                <a:solidFill>
                  <a:prstClr val="black"/>
                </a:solidFill>
              </a:rPr>
              <a:pPr latinLnBrk="1">
                <a:defRPr/>
              </a:pPr>
              <a:t>3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057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atinLnBrk="1">
              <a:defRPr/>
            </a:pPr>
            <a:fld id="{A10C3BAC-965C-4721-A9DF-AB8A232715B2}" type="slidenum">
              <a:rPr lang="id-ID" smtClean="0">
                <a:solidFill>
                  <a:prstClr val="black"/>
                </a:solidFill>
              </a:rPr>
              <a:pPr latinLnBrk="1">
                <a:defRPr/>
              </a:pPr>
              <a:t>5</a:t>
            </a:fld>
            <a:endParaRPr lang="id-ID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760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873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838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43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625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993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37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14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09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57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177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60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79288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3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1471858" y="6492875"/>
            <a:ext cx="56048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459DFB-86F3-43FA-8567-2EA6E426AE9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ja-JP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671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078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597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174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215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7220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353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4093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4503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854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1456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65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100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94967295" orient="horz" pos="1620">
          <p15:clr>
            <a:srgbClr val="FBAE40"/>
          </p15:clr>
        </p15:guide>
        <p15:guide id="4294967295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5065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0158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602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49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842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24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6240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4541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5106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656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700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9563" y="0"/>
            <a:ext cx="10032437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05851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2367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0247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7323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655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166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8355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066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9516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602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6923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  <a:endParaRPr lang="en-US" dirty="0">
              <a:solidFill>
                <a:srgbClr val="90C226">
                  <a:lumMod val="60000"/>
                  <a:lumOff val="4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16341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2043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30770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469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0530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0210-A046-410B-8E76-3C23FD0EFD65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13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C7FF1-041F-46E9-8EA7-0B422C64E1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1CC8C-19D9-46A7-9995-60CF1FEDEC2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53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25F88-932A-42AD-8F4E-FA43296C51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91B0-587C-4D6A-8CC3-10C2442A3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42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71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E25CFC2E-3797-4B20-A2D0-F9EF2D0B33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9/15/2022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defTabSz="457200"/>
            <a:fld id="{47520210-A046-410B-8E76-3C23FD0EFD65}" type="slidenum">
              <a:rPr lang="en-US" smtClean="0">
                <a:solidFill>
                  <a:srgbClr val="90C226"/>
                </a:solidFill>
              </a:rPr>
              <a:pPr defTabSz="457200"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9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Excel_Worksheet2.xlsx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Excel_Worksheet4.xlsx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Excel_Worksheet5.xlsx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Excel_Worksheet6.xlsx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Excel_Worksheet7.xlsx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Excel_Worksheet8.xlsx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ANSPARANT SHAPE">
            <a:extLst>
              <a:ext uri="{FF2B5EF4-FFF2-40B4-BE49-F238E27FC236}">
                <a16:creationId xmlns="" xmlns:a16="http://schemas.microsoft.com/office/drawing/2014/main" id="{9429E753-11FA-4FF4-8D93-28974951EAC5}"/>
              </a:ext>
            </a:extLst>
          </p:cNvPr>
          <p:cNvSpPr/>
          <p:nvPr/>
        </p:nvSpPr>
        <p:spPr>
          <a:xfrm>
            <a:off x="1009346" y="0"/>
            <a:ext cx="856503" cy="6858000"/>
          </a:xfrm>
          <a:prstGeom prst="rect">
            <a:avLst/>
          </a:prstGeom>
          <a:solidFill>
            <a:srgbClr val="F9D8B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RANSPARANT SHAPE">
            <a:extLst>
              <a:ext uri="{FF2B5EF4-FFF2-40B4-BE49-F238E27FC236}">
                <a16:creationId xmlns="" xmlns:a16="http://schemas.microsoft.com/office/drawing/2014/main" id="{19B7F3BF-0B4C-49DC-98D6-FB1C7A29CC3B}"/>
              </a:ext>
            </a:extLst>
          </p:cNvPr>
          <p:cNvSpPr/>
          <p:nvPr/>
        </p:nvSpPr>
        <p:spPr>
          <a:xfrm>
            <a:off x="3424726" y="0"/>
            <a:ext cx="856503" cy="6858000"/>
          </a:xfrm>
          <a:prstGeom prst="rect">
            <a:avLst/>
          </a:prstGeom>
          <a:solidFill>
            <a:srgbClr val="F9D8B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RANSPARANT SHAPE">
            <a:extLst>
              <a:ext uri="{FF2B5EF4-FFF2-40B4-BE49-F238E27FC236}">
                <a16:creationId xmlns="" xmlns:a16="http://schemas.microsoft.com/office/drawing/2014/main" id="{58EBBD71-33F5-4D69-B243-029B9B57B18E}"/>
              </a:ext>
            </a:extLst>
          </p:cNvPr>
          <p:cNvSpPr/>
          <p:nvPr/>
        </p:nvSpPr>
        <p:spPr>
          <a:xfrm>
            <a:off x="5755170" y="0"/>
            <a:ext cx="856503" cy="6858000"/>
          </a:xfrm>
          <a:prstGeom prst="rect">
            <a:avLst/>
          </a:prstGeom>
          <a:solidFill>
            <a:srgbClr val="F9D8B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RANSPARANT SHAPE">
            <a:extLst>
              <a:ext uri="{FF2B5EF4-FFF2-40B4-BE49-F238E27FC236}">
                <a16:creationId xmlns="" xmlns:a16="http://schemas.microsoft.com/office/drawing/2014/main" id="{C508CA8C-18EB-4576-BC4C-037A3C5BBA61}"/>
              </a:ext>
            </a:extLst>
          </p:cNvPr>
          <p:cNvSpPr/>
          <p:nvPr/>
        </p:nvSpPr>
        <p:spPr>
          <a:xfrm>
            <a:off x="8089552" y="0"/>
            <a:ext cx="856503" cy="6858000"/>
          </a:xfrm>
          <a:prstGeom prst="rect">
            <a:avLst/>
          </a:prstGeom>
          <a:solidFill>
            <a:srgbClr val="F9D8B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RANSPARANT SHAPE">
            <a:extLst>
              <a:ext uri="{FF2B5EF4-FFF2-40B4-BE49-F238E27FC236}">
                <a16:creationId xmlns="" xmlns:a16="http://schemas.microsoft.com/office/drawing/2014/main" id="{85FC8265-16DF-400A-B8A8-6DB214228D3B}"/>
              </a:ext>
            </a:extLst>
          </p:cNvPr>
          <p:cNvSpPr/>
          <p:nvPr/>
        </p:nvSpPr>
        <p:spPr>
          <a:xfrm>
            <a:off x="10396788" y="0"/>
            <a:ext cx="856503" cy="6858000"/>
          </a:xfrm>
          <a:prstGeom prst="rect">
            <a:avLst/>
          </a:prstGeom>
          <a:solidFill>
            <a:srgbClr val="F9D8B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AUTOSHAPE"/>
          <p:cNvSpPr>
            <a:spLocks noChangeAspect="1" noChangeArrowheads="1" noTextEdit="1"/>
          </p:cNvSpPr>
          <p:nvPr/>
        </p:nvSpPr>
        <p:spPr bwMode="auto">
          <a:xfrm>
            <a:off x="2497138" y="2559050"/>
            <a:ext cx="8232775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obster" panose="02000506000000020003" pitchFamily="2" charset="0"/>
              <a:ea typeface="+mn-ea"/>
              <a:cs typeface="+mn-cs"/>
            </a:endParaRPr>
          </a:p>
        </p:txBody>
      </p:sp>
      <p:sp>
        <p:nvSpPr>
          <p:cNvPr id="7" name="FINANCIALLY"/>
          <p:cNvSpPr>
            <a:spLocks noChangeArrowheads="1"/>
          </p:cNvSpPr>
          <p:nvPr/>
        </p:nvSpPr>
        <p:spPr bwMode="auto">
          <a:xfrm>
            <a:off x="2562753" y="2097383"/>
            <a:ext cx="7310657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Lobster" panose="02000506000000020003" pitchFamily="2" charset="0"/>
                <a:ea typeface="+mn-ea"/>
                <a:cs typeface="+mn-cs"/>
              </a:rPr>
              <a:t>Bidang</a:t>
            </a:r>
            <a:r>
              <a:rPr kumimoji="0" lang="en-US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1495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Lobster" panose="02000506000000020003" pitchFamily="2" charset="0"/>
                <a:ea typeface="+mn-ea"/>
                <a:cs typeface="+mn-cs"/>
              </a:rPr>
              <a:t> </a:t>
            </a:r>
            <a:r>
              <a:rPr kumimoji="0" lang="en-US" altLang="en-US" sz="5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Lobster" panose="02000506000000020003" pitchFamily="2" charset="0"/>
                <a:ea typeface="+mn-ea"/>
                <a:cs typeface="+mn-cs"/>
              </a:rPr>
              <a:t>Pengolahan</a:t>
            </a:r>
            <a:r>
              <a:rPr kumimoji="0" lang="en-US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1495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Lobster" panose="02000506000000020003" pitchFamily="2" charset="0"/>
                <a:ea typeface="+mn-ea"/>
                <a:cs typeface="+mn-cs"/>
              </a:rPr>
              <a:t> Data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5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Lobster" panose="02000506000000020003" pitchFamily="2" charset="0"/>
                <a:ea typeface="+mn-ea"/>
                <a:cs typeface="+mn-cs"/>
              </a:rPr>
              <a:t>dan</a:t>
            </a:r>
            <a:r>
              <a:rPr kumimoji="0" lang="en-US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1495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Lobster" panose="02000506000000020003" pitchFamily="2" charset="0"/>
                <a:ea typeface="+mn-ea"/>
                <a:cs typeface="+mn-cs"/>
              </a:rPr>
              <a:t> </a:t>
            </a:r>
            <a:r>
              <a:rPr kumimoji="0" lang="en-US" altLang="en-US" sz="5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Lobster" panose="02000506000000020003" pitchFamily="2" charset="0"/>
                <a:ea typeface="+mn-ea"/>
                <a:cs typeface="+mn-cs"/>
              </a:rPr>
              <a:t>Pengembangan</a:t>
            </a:r>
            <a:r>
              <a:rPr kumimoji="0" lang="en-US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1495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Lobster" panose="02000506000000020003" pitchFamily="2" charset="0"/>
                <a:ea typeface="+mn-ea"/>
                <a:cs typeface="+mn-cs"/>
              </a:rPr>
              <a:t> </a:t>
            </a:r>
            <a:r>
              <a:rPr kumimoji="0" lang="en-US" altLang="en-US" sz="5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Lobster" panose="02000506000000020003" pitchFamily="2" charset="0"/>
                <a:ea typeface="+mn-ea"/>
                <a:cs typeface="+mn-cs"/>
              </a:rPr>
              <a:t>Pendapatan</a:t>
            </a:r>
            <a:endParaRPr kumimoji="0" lang="en-US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Lobster" panose="02000506000000020003" pitchFamily="2" charset="0"/>
              <a:ea typeface="+mn-ea"/>
              <a:cs typeface="+mn-cs"/>
            </a:endParaRPr>
          </a:p>
        </p:txBody>
      </p:sp>
      <p:sp>
        <p:nvSpPr>
          <p:cNvPr id="8" name="AND SOMETIMES"/>
          <p:cNvSpPr>
            <a:spLocks noChangeArrowheads="1"/>
          </p:cNvSpPr>
          <p:nvPr/>
        </p:nvSpPr>
        <p:spPr bwMode="auto">
          <a:xfrm>
            <a:off x="3544877" y="5475205"/>
            <a:ext cx="5277086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30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Badan</a:t>
            </a:r>
            <a:r>
              <a:rPr kumimoji="0" lang="en-US" altLang="en-US" sz="20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30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Pengelola</a:t>
            </a:r>
            <a:r>
              <a:rPr kumimoji="0" lang="en-US" altLang="en-US" sz="20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30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Pendapatan</a:t>
            </a:r>
            <a:r>
              <a:rPr kumimoji="0" lang="en-US" altLang="en-US" sz="20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 Daerah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30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Provinsi</a:t>
            </a:r>
            <a:r>
              <a:rPr kumimoji="0" lang="en-US" altLang="en-US" sz="20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30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Jawa</a:t>
            </a:r>
            <a:r>
              <a:rPr kumimoji="0" lang="en-US" altLang="en-US" sz="20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 Tengah</a:t>
            </a:r>
            <a:endParaRPr kumimoji="0" lang="en-US" altLang="en-US" sz="20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14" name="AND SOMETIMES"/>
          <p:cNvSpPr>
            <a:spLocks noChangeArrowheads="1"/>
          </p:cNvSpPr>
          <p:nvPr/>
        </p:nvSpPr>
        <p:spPr bwMode="auto">
          <a:xfrm>
            <a:off x="4242988" y="6088556"/>
            <a:ext cx="38808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300" normalizeH="0" baseline="0" noProof="0" dirty="0" err="1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Jepara</a:t>
            </a:r>
            <a:r>
              <a:rPr kumimoji="0" lang="en-US" altLang="en-US" sz="20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, 16 September </a:t>
            </a:r>
            <a:r>
              <a:rPr kumimoji="0" lang="en-US" altLang="en-US" sz="2000" b="0" i="0" u="none" strike="noStrike" kern="1200" cap="none" spc="300" normalizeH="0" baseline="0" noProof="0" dirty="0" smtClean="0">
                <a:ln>
                  <a:noFill/>
                </a:ln>
                <a:solidFill>
                  <a:srgbClr val="D14957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t>2022</a:t>
            </a:r>
            <a:endParaRPr kumimoji="0" lang="en-US" altLang="en-US" sz="20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87" y="200269"/>
            <a:ext cx="1009350" cy="112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2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animMotion origin="layout" path="M -0.00494 0.08426 L -0.00494 -0.12569 " pathEditMode="relative" rAng="0" ptsTypes="AA">
                                      <p:cBhvr>
                                        <p:cTn id="1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50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9" presetClass="entr" presetSubtype="0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8" accel="10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31" dur="3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2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3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3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3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3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3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xit" presetSubtype="2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3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7" grpId="0"/>
      <p:bldP spid="7" grpId="1"/>
      <p:bldP spid="7" grpId="2"/>
      <p:bldP spid="8" grpId="0"/>
      <p:bldP spid="8" grpId="1"/>
      <p:bldP spid="14" grpId="0"/>
      <p:bldP spid="1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7512" y="357718"/>
            <a:ext cx="5223353" cy="549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44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SAMSAT KONVERGEN</a:t>
            </a:r>
            <a:endParaRPr lang="en-US" sz="44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03633" y="1345684"/>
            <a:ext cx="966384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ini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untuk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seluruh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Induk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yang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berjumlah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37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telah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dipasang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Aplikasi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yang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terintegrasi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antara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Aplikasi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Bapenda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,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Aplikasi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ERI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Korlantas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dan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Aplikasi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Perbankan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Bank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Jateng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melalui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Host to Host (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Konvergen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Induk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).</a:t>
            </a:r>
            <a:endParaRPr lang="en-US" sz="2000" b="1" dirty="0">
              <a:solidFill>
                <a:prstClr val="black"/>
              </a:solidFill>
              <a:latin typeface="Franklin Gothic Book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2156" y="2798994"/>
            <a:ext cx="8978971" cy="123110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 err="1">
                <a:solidFill>
                  <a:prstClr val="black"/>
                </a:solidFill>
                <a:latin typeface="Franklin Gothic Book" pitchFamily="34" charset="0"/>
              </a:rPr>
              <a:t>Peningkatan</a:t>
            </a:r>
            <a:r>
              <a:rPr lang="en-US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Implementasi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Konvergen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untuk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Pembantu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telah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dilaksanakan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pada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2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lokasi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,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yaitu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Pembantu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Tanjung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dan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Pembatu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Bumiayu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.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Untuk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hari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ini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(15 September 2022)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sedang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dilakukan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pemasangan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/setting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untuk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Pembantu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Bagelen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Purworejo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.</a:t>
            </a:r>
            <a:endParaRPr lang="en-US" sz="2000" b="1" dirty="0">
              <a:solidFill>
                <a:prstClr val="black"/>
              </a:solidFill>
              <a:latin typeface="Franklin Gothic Book" pitchFamily="34" charset="0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988292" y="4024935"/>
            <a:ext cx="3339804" cy="2831804"/>
            <a:chOff x="0" y="0"/>
            <a:chExt cx="6679608" cy="5663608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1016000" y="0"/>
              <a:ext cx="5663608" cy="5663608"/>
              <a:chOff x="0" y="0"/>
              <a:chExt cx="2787650" cy="2787650"/>
            </a:xfrm>
          </p:grpSpPr>
          <p:sp>
            <p:nvSpPr>
              <p:cNvPr id="9" name="Freeform 7"/>
              <p:cNvSpPr/>
              <p:nvPr/>
            </p:nvSpPr>
            <p:spPr>
              <a:xfrm>
                <a:off x="0" y="0"/>
                <a:ext cx="2787650" cy="2787650"/>
              </a:xfrm>
              <a:custGeom>
                <a:avLst/>
                <a:gdLst/>
                <a:ahLst/>
                <a:cxnLst/>
                <a:rect l="l" t="t" r="r" b="b"/>
                <a:pathLst>
                  <a:path w="2787650" h="2787650">
                    <a:moveTo>
                      <a:pt x="81280" y="1861820"/>
                    </a:moveTo>
                    <a:cubicBezTo>
                      <a:pt x="73660" y="1841500"/>
                      <a:pt x="67310" y="1819910"/>
                      <a:pt x="60960" y="1799590"/>
                    </a:cubicBezTo>
                    <a:lnTo>
                      <a:pt x="1800860" y="59690"/>
                    </a:lnTo>
                    <a:cubicBezTo>
                      <a:pt x="1821180" y="66040"/>
                      <a:pt x="1842770" y="72390"/>
                      <a:pt x="1863090" y="80010"/>
                    </a:cubicBezTo>
                    <a:lnTo>
                      <a:pt x="81280" y="1861820"/>
                    </a:lnTo>
                    <a:close/>
                    <a:moveTo>
                      <a:pt x="1597660" y="15240"/>
                    </a:moveTo>
                    <a:cubicBezTo>
                      <a:pt x="1573530" y="11430"/>
                      <a:pt x="1548130" y="8890"/>
                      <a:pt x="1524000" y="6350"/>
                    </a:cubicBezTo>
                    <a:lnTo>
                      <a:pt x="6350" y="1524000"/>
                    </a:lnTo>
                    <a:cubicBezTo>
                      <a:pt x="8890" y="1548130"/>
                      <a:pt x="11430" y="1573530"/>
                      <a:pt x="15240" y="1597660"/>
                    </a:cubicBezTo>
                    <a:lnTo>
                      <a:pt x="1597660" y="15240"/>
                    </a:lnTo>
                    <a:close/>
                    <a:moveTo>
                      <a:pt x="2189480" y="248920"/>
                    </a:moveTo>
                    <a:cubicBezTo>
                      <a:pt x="2172970" y="237490"/>
                      <a:pt x="2156460" y="226060"/>
                      <a:pt x="2139950" y="215900"/>
                    </a:cubicBezTo>
                    <a:lnTo>
                      <a:pt x="215900" y="2139950"/>
                    </a:lnTo>
                    <a:cubicBezTo>
                      <a:pt x="226060" y="2156460"/>
                      <a:pt x="237490" y="2172970"/>
                      <a:pt x="248920" y="2189480"/>
                    </a:cubicBezTo>
                    <a:lnTo>
                      <a:pt x="2189480" y="248920"/>
                    </a:lnTo>
                    <a:close/>
                    <a:moveTo>
                      <a:pt x="1979930" y="128270"/>
                    </a:moveTo>
                    <a:cubicBezTo>
                      <a:pt x="1960880" y="119380"/>
                      <a:pt x="1941830" y="110490"/>
                      <a:pt x="1922780" y="102870"/>
                    </a:cubicBezTo>
                    <a:lnTo>
                      <a:pt x="104140" y="1921510"/>
                    </a:lnTo>
                    <a:cubicBezTo>
                      <a:pt x="111760" y="1940560"/>
                      <a:pt x="120650" y="1959610"/>
                      <a:pt x="129540" y="1978660"/>
                    </a:cubicBezTo>
                    <a:lnTo>
                      <a:pt x="1979930" y="128270"/>
                    </a:lnTo>
                    <a:close/>
                    <a:moveTo>
                      <a:pt x="2087880" y="185420"/>
                    </a:moveTo>
                    <a:cubicBezTo>
                      <a:pt x="2070100" y="175260"/>
                      <a:pt x="2052320" y="165100"/>
                      <a:pt x="2034540" y="156210"/>
                    </a:cubicBezTo>
                    <a:lnTo>
                      <a:pt x="154940" y="2035810"/>
                    </a:lnTo>
                    <a:cubicBezTo>
                      <a:pt x="163830" y="2053590"/>
                      <a:pt x="173990" y="2071370"/>
                      <a:pt x="184150" y="2089150"/>
                    </a:cubicBezTo>
                    <a:lnTo>
                      <a:pt x="2087880" y="185420"/>
                    </a:lnTo>
                    <a:close/>
                    <a:moveTo>
                      <a:pt x="834390" y="116840"/>
                    </a:moveTo>
                    <a:cubicBezTo>
                      <a:pt x="774700" y="143510"/>
                      <a:pt x="716280" y="173990"/>
                      <a:pt x="660400" y="208280"/>
                    </a:cubicBezTo>
                    <a:lnTo>
                      <a:pt x="208280" y="660400"/>
                    </a:lnTo>
                    <a:cubicBezTo>
                      <a:pt x="172720" y="716280"/>
                      <a:pt x="142240" y="774700"/>
                      <a:pt x="116840" y="834390"/>
                    </a:cubicBezTo>
                    <a:lnTo>
                      <a:pt x="834390" y="116840"/>
                    </a:lnTo>
                    <a:close/>
                    <a:moveTo>
                      <a:pt x="1363980" y="0"/>
                    </a:moveTo>
                    <a:lnTo>
                      <a:pt x="0" y="1363980"/>
                    </a:lnTo>
                    <a:cubicBezTo>
                      <a:pt x="0" y="1391920"/>
                      <a:pt x="0" y="1418590"/>
                      <a:pt x="1270" y="1446530"/>
                    </a:cubicBezTo>
                    <a:lnTo>
                      <a:pt x="1445260" y="1270"/>
                    </a:lnTo>
                    <a:cubicBezTo>
                      <a:pt x="1418590" y="0"/>
                      <a:pt x="1390650" y="0"/>
                      <a:pt x="1363980" y="0"/>
                    </a:cubicBezTo>
                    <a:close/>
                    <a:moveTo>
                      <a:pt x="2787650" y="1386840"/>
                    </a:moveTo>
                    <a:lnTo>
                      <a:pt x="1386840" y="2787650"/>
                    </a:lnTo>
                    <a:cubicBezTo>
                      <a:pt x="1414780" y="2787650"/>
                      <a:pt x="1443990" y="2787650"/>
                      <a:pt x="1471930" y="2785110"/>
                    </a:cubicBezTo>
                    <a:lnTo>
                      <a:pt x="2785110" y="1471930"/>
                    </a:lnTo>
                    <a:cubicBezTo>
                      <a:pt x="2786380" y="1443990"/>
                      <a:pt x="2787650" y="1414780"/>
                      <a:pt x="2787650" y="1386840"/>
                    </a:cubicBezTo>
                    <a:close/>
                    <a:moveTo>
                      <a:pt x="2283460" y="321310"/>
                    </a:moveTo>
                    <a:cubicBezTo>
                      <a:pt x="2268220" y="308610"/>
                      <a:pt x="2252980" y="295910"/>
                      <a:pt x="2237740" y="284480"/>
                    </a:cubicBezTo>
                    <a:lnTo>
                      <a:pt x="284480" y="2237740"/>
                    </a:lnTo>
                    <a:cubicBezTo>
                      <a:pt x="295910" y="2252980"/>
                      <a:pt x="308610" y="2268220"/>
                      <a:pt x="321310" y="2283460"/>
                    </a:cubicBezTo>
                    <a:lnTo>
                      <a:pt x="2283460" y="321310"/>
                    </a:lnTo>
                    <a:close/>
                    <a:moveTo>
                      <a:pt x="1276350" y="5080"/>
                    </a:moveTo>
                    <a:cubicBezTo>
                      <a:pt x="1244600" y="7620"/>
                      <a:pt x="1214120" y="11430"/>
                      <a:pt x="1182370" y="16510"/>
                    </a:cubicBezTo>
                    <a:lnTo>
                      <a:pt x="16510" y="1182370"/>
                    </a:lnTo>
                    <a:cubicBezTo>
                      <a:pt x="11430" y="1214120"/>
                      <a:pt x="7620" y="1244600"/>
                      <a:pt x="5080" y="1276350"/>
                    </a:cubicBezTo>
                    <a:lnTo>
                      <a:pt x="1276350" y="5080"/>
                    </a:lnTo>
                    <a:close/>
                    <a:moveTo>
                      <a:pt x="1080770" y="35560"/>
                    </a:moveTo>
                    <a:cubicBezTo>
                      <a:pt x="1042670" y="44450"/>
                      <a:pt x="1004570" y="54610"/>
                      <a:pt x="966470" y="67310"/>
                    </a:cubicBezTo>
                    <a:lnTo>
                      <a:pt x="66040" y="966470"/>
                    </a:lnTo>
                    <a:cubicBezTo>
                      <a:pt x="54610" y="1004570"/>
                      <a:pt x="43180" y="1041400"/>
                      <a:pt x="34290" y="1080770"/>
                    </a:cubicBezTo>
                    <a:lnTo>
                      <a:pt x="1080770" y="35560"/>
                    </a:lnTo>
                    <a:close/>
                    <a:moveTo>
                      <a:pt x="1734820" y="41910"/>
                    </a:moveTo>
                    <a:cubicBezTo>
                      <a:pt x="1711960" y="36830"/>
                      <a:pt x="1690370" y="31750"/>
                      <a:pt x="1667510" y="26670"/>
                    </a:cubicBezTo>
                    <a:lnTo>
                      <a:pt x="26670" y="1667510"/>
                    </a:lnTo>
                    <a:cubicBezTo>
                      <a:pt x="31750" y="1690370"/>
                      <a:pt x="36830" y="1711960"/>
                      <a:pt x="41910" y="1734820"/>
                    </a:cubicBezTo>
                    <a:lnTo>
                      <a:pt x="1734820" y="41910"/>
                    </a:lnTo>
                    <a:close/>
                    <a:moveTo>
                      <a:pt x="2762250" y="1659890"/>
                    </a:moveTo>
                    <a:cubicBezTo>
                      <a:pt x="2768600" y="1626870"/>
                      <a:pt x="2773680" y="1595120"/>
                      <a:pt x="2777490" y="1562100"/>
                    </a:cubicBezTo>
                    <a:lnTo>
                      <a:pt x="1562100" y="2777490"/>
                    </a:lnTo>
                    <a:cubicBezTo>
                      <a:pt x="1595120" y="2773680"/>
                      <a:pt x="1628140" y="2768600"/>
                      <a:pt x="1659890" y="2762250"/>
                    </a:cubicBezTo>
                    <a:lnTo>
                      <a:pt x="2762250" y="1659890"/>
                    </a:lnTo>
                    <a:close/>
                    <a:moveTo>
                      <a:pt x="2785110" y="1306830"/>
                    </a:moveTo>
                    <a:cubicBezTo>
                      <a:pt x="2783840" y="1281430"/>
                      <a:pt x="2781300" y="1256030"/>
                      <a:pt x="2778760" y="1230630"/>
                    </a:cubicBezTo>
                    <a:lnTo>
                      <a:pt x="1230630" y="2777490"/>
                    </a:lnTo>
                    <a:cubicBezTo>
                      <a:pt x="1256030" y="2780030"/>
                      <a:pt x="1281430" y="2782570"/>
                      <a:pt x="1306830" y="2783840"/>
                    </a:cubicBezTo>
                    <a:lnTo>
                      <a:pt x="2785110" y="1306830"/>
                    </a:lnTo>
                    <a:close/>
                    <a:moveTo>
                      <a:pt x="2767330" y="1158240"/>
                    </a:moveTo>
                    <a:cubicBezTo>
                      <a:pt x="2763520" y="1135380"/>
                      <a:pt x="2758440" y="1112520"/>
                      <a:pt x="2753360" y="1089660"/>
                    </a:cubicBezTo>
                    <a:lnTo>
                      <a:pt x="1088390" y="2753360"/>
                    </a:lnTo>
                    <a:cubicBezTo>
                      <a:pt x="1111250" y="2758440"/>
                      <a:pt x="1134110" y="2763520"/>
                      <a:pt x="1156970" y="2767330"/>
                    </a:cubicBezTo>
                    <a:lnTo>
                      <a:pt x="2767330" y="1158240"/>
                    </a:lnTo>
                    <a:close/>
                    <a:moveTo>
                      <a:pt x="2369820" y="398780"/>
                    </a:moveTo>
                    <a:cubicBezTo>
                      <a:pt x="2355850" y="384810"/>
                      <a:pt x="2341880" y="372110"/>
                      <a:pt x="2327910" y="358140"/>
                    </a:cubicBezTo>
                    <a:lnTo>
                      <a:pt x="359410" y="2326640"/>
                    </a:lnTo>
                    <a:cubicBezTo>
                      <a:pt x="372110" y="2340610"/>
                      <a:pt x="386080" y="2354580"/>
                      <a:pt x="400050" y="2368550"/>
                    </a:cubicBezTo>
                    <a:lnTo>
                      <a:pt x="2369820" y="398780"/>
                    </a:lnTo>
                    <a:close/>
                    <a:moveTo>
                      <a:pt x="2451100" y="2301240"/>
                    </a:moveTo>
                    <a:cubicBezTo>
                      <a:pt x="2520950" y="2219960"/>
                      <a:pt x="2579370" y="2133600"/>
                      <a:pt x="2627630" y="2042160"/>
                    </a:cubicBezTo>
                    <a:lnTo>
                      <a:pt x="2042160" y="2627630"/>
                    </a:lnTo>
                    <a:cubicBezTo>
                      <a:pt x="2133600" y="2579370"/>
                      <a:pt x="2219960" y="2520950"/>
                      <a:pt x="2301240" y="2451100"/>
                    </a:cubicBezTo>
                    <a:lnTo>
                      <a:pt x="2451100" y="2301240"/>
                    </a:lnTo>
                    <a:close/>
                    <a:moveTo>
                      <a:pt x="2736850" y="1023620"/>
                    </a:moveTo>
                    <a:cubicBezTo>
                      <a:pt x="2730500" y="1002030"/>
                      <a:pt x="2724150" y="981710"/>
                      <a:pt x="2717800" y="960120"/>
                    </a:cubicBezTo>
                    <a:lnTo>
                      <a:pt x="960120" y="2717800"/>
                    </a:lnTo>
                    <a:cubicBezTo>
                      <a:pt x="981710" y="2724150"/>
                      <a:pt x="1002030" y="2730500"/>
                      <a:pt x="1023620" y="2736850"/>
                    </a:cubicBezTo>
                    <a:lnTo>
                      <a:pt x="2736850" y="1023620"/>
                    </a:lnTo>
                    <a:close/>
                    <a:moveTo>
                      <a:pt x="2696210" y="1892300"/>
                    </a:moveTo>
                    <a:cubicBezTo>
                      <a:pt x="2711450" y="1851660"/>
                      <a:pt x="2725420" y="1811020"/>
                      <a:pt x="2736850" y="1769110"/>
                    </a:cubicBezTo>
                    <a:lnTo>
                      <a:pt x="1769110" y="2736850"/>
                    </a:lnTo>
                    <a:cubicBezTo>
                      <a:pt x="1811020" y="2725420"/>
                      <a:pt x="1851660" y="2711450"/>
                      <a:pt x="1892300" y="2696210"/>
                    </a:cubicBezTo>
                    <a:lnTo>
                      <a:pt x="2696210" y="1892300"/>
                    </a:lnTo>
                    <a:close/>
                    <a:moveTo>
                      <a:pt x="2523490" y="576580"/>
                    </a:moveTo>
                    <a:cubicBezTo>
                      <a:pt x="2512060" y="561340"/>
                      <a:pt x="2500630" y="544830"/>
                      <a:pt x="2487930" y="529590"/>
                    </a:cubicBezTo>
                    <a:lnTo>
                      <a:pt x="529590" y="2486660"/>
                    </a:lnTo>
                    <a:cubicBezTo>
                      <a:pt x="544830" y="2499360"/>
                      <a:pt x="561340" y="2510790"/>
                      <a:pt x="576580" y="2522220"/>
                    </a:cubicBezTo>
                    <a:lnTo>
                      <a:pt x="2523490" y="576580"/>
                    </a:lnTo>
                    <a:close/>
                    <a:moveTo>
                      <a:pt x="2696210" y="899160"/>
                    </a:moveTo>
                    <a:cubicBezTo>
                      <a:pt x="2688590" y="878840"/>
                      <a:pt x="2680970" y="859790"/>
                      <a:pt x="2672080" y="840740"/>
                    </a:cubicBezTo>
                    <a:lnTo>
                      <a:pt x="839470" y="2673350"/>
                    </a:lnTo>
                    <a:cubicBezTo>
                      <a:pt x="858520" y="2682240"/>
                      <a:pt x="878840" y="2689860"/>
                      <a:pt x="897890" y="2697480"/>
                    </a:cubicBezTo>
                    <a:lnTo>
                      <a:pt x="2696210" y="899160"/>
                    </a:lnTo>
                    <a:close/>
                    <a:moveTo>
                      <a:pt x="2449830" y="483870"/>
                    </a:moveTo>
                    <a:cubicBezTo>
                      <a:pt x="2437130" y="468630"/>
                      <a:pt x="2424430" y="454660"/>
                      <a:pt x="2410460" y="440690"/>
                    </a:cubicBezTo>
                    <a:lnTo>
                      <a:pt x="440690" y="2410460"/>
                    </a:lnTo>
                    <a:cubicBezTo>
                      <a:pt x="454660" y="2424430"/>
                      <a:pt x="469900" y="2437130"/>
                      <a:pt x="483870" y="2449830"/>
                    </a:cubicBezTo>
                    <a:lnTo>
                      <a:pt x="2449830" y="483870"/>
                    </a:lnTo>
                    <a:close/>
                    <a:moveTo>
                      <a:pt x="2588260" y="675640"/>
                    </a:moveTo>
                    <a:cubicBezTo>
                      <a:pt x="2578100" y="659130"/>
                      <a:pt x="2567940" y="641350"/>
                      <a:pt x="2556510" y="624840"/>
                    </a:cubicBezTo>
                    <a:lnTo>
                      <a:pt x="624840" y="2556510"/>
                    </a:lnTo>
                    <a:cubicBezTo>
                      <a:pt x="641350" y="2567940"/>
                      <a:pt x="657860" y="2578100"/>
                      <a:pt x="675640" y="2588260"/>
                    </a:cubicBezTo>
                    <a:lnTo>
                      <a:pt x="2588260" y="675640"/>
                    </a:lnTo>
                    <a:close/>
                    <a:moveTo>
                      <a:pt x="2646680" y="783590"/>
                    </a:moveTo>
                    <a:cubicBezTo>
                      <a:pt x="2637790" y="765810"/>
                      <a:pt x="2628900" y="746760"/>
                      <a:pt x="2618740" y="728980"/>
                    </a:cubicBezTo>
                    <a:lnTo>
                      <a:pt x="728980" y="2618740"/>
                    </a:lnTo>
                    <a:cubicBezTo>
                      <a:pt x="746760" y="2628900"/>
                      <a:pt x="764540" y="2637790"/>
                      <a:pt x="783590" y="2646680"/>
                    </a:cubicBezTo>
                    <a:lnTo>
                      <a:pt x="2646680" y="783590"/>
                    </a:lnTo>
                    <a:close/>
                  </a:path>
                </a:pathLst>
              </a:cu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</p:sp>
        </p:grpSp>
        <p:grpSp>
          <p:nvGrpSpPr>
            <p:cNvPr id="7" name="Group 8"/>
            <p:cNvGrpSpPr>
              <a:grpSpLocks noChangeAspect="1"/>
            </p:cNvGrpSpPr>
            <p:nvPr/>
          </p:nvGrpSpPr>
          <p:grpSpPr>
            <a:xfrm>
              <a:off x="0" y="0"/>
              <a:ext cx="5663608" cy="5663608"/>
              <a:chOff x="-2540" y="-2540"/>
              <a:chExt cx="6355080" cy="6355080"/>
            </a:xfrm>
          </p:grpSpPr>
          <p:sp>
            <p:nvSpPr>
              <p:cNvPr id="8" name="Freeform 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2F5972"/>
              </a:solidFill>
            </p:spPr>
          </p:sp>
        </p:grpSp>
      </p:grpSp>
      <p:pic>
        <p:nvPicPr>
          <p:cNvPr id="1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 flipV="1">
            <a:off x="1270000" y="875996"/>
            <a:ext cx="8127399" cy="74089"/>
          </a:xfrm>
          <a:prstGeom prst="rect">
            <a:avLst/>
          </a:prstGeom>
        </p:spPr>
      </p:pic>
      <p:grpSp>
        <p:nvGrpSpPr>
          <p:cNvPr id="12" name="Group 5"/>
          <p:cNvGrpSpPr/>
          <p:nvPr/>
        </p:nvGrpSpPr>
        <p:grpSpPr>
          <a:xfrm>
            <a:off x="11071209" y="299265"/>
            <a:ext cx="479303" cy="383443"/>
            <a:chOff x="0" y="0"/>
            <a:chExt cx="6408833" cy="5126990"/>
          </a:xfrm>
          <a:solidFill>
            <a:srgbClr val="FFC000"/>
          </a:solidFill>
        </p:grpSpPr>
        <p:sp>
          <p:nvSpPr>
            <p:cNvPr id="13" name="Freeform 6"/>
            <p:cNvSpPr/>
            <p:nvPr/>
          </p:nvSpPr>
          <p:spPr>
            <a:xfrm>
              <a:off x="0" y="0"/>
              <a:ext cx="6408833" cy="5126990"/>
            </a:xfrm>
            <a:custGeom>
              <a:avLst/>
              <a:gdLst/>
              <a:ahLst/>
              <a:cxnLst/>
              <a:rect l="l" t="t" r="r" b="b"/>
              <a:pathLst>
                <a:path w="6408833" h="5126990">
                  <a:moveTo>
                    <a:pt x="3586893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86893" y="5126990"/>
                  </a:lnTo>
                  <a:lnTo>
                    <a:pt x="6408833" y="2564130"/>
                  </a:lnTo>
                  <a:close/>
                </a:path>
              </a:pathLst>
            </a:custGeom>
            <a:grpFill/>
          </p:spPr>
        </p:sp>
      </p:grpSp>
      <p:sp>
        <p:nvSpPr>
          <p:cNvPr id="16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11731548" y="6387050"/>
            <a:ext cx="469689" cy="469689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grpSp>
        <p:nvGrpSpPr>
          <p:cNvPr id="17" name="Group 9"/>
          <p:cNvGrpSpPr/>
          <p:nvPr/>
        </p:nvGrpSpPr>
        <p:grpSpPr>
          <a:xfrm>
            <a:off x="10920335" y="0"/>
            <a:ext cx="1280902" cy="1028921"/>
            <a:chOff x="0" y="0"/>
            <a:chExt cx="6382674" cy="5126990"/>
          </a:xfrm>
        </p:grpSpPr>
        <p:sp>
          <p:nvSpPr>
            <p:cNvPr id="18" name="Freeform 10"/>
            <p:cNvSpPr/>
            <p:nvPr/>
          </p:nvSpPr>
          <p:spPr>
            <a:xfrm>
              <a:off x="0" y="0"/>
              <a:ext cx="6382674" cy="5126990"/>
            </a:xfrm>
            <a:custGeom>
              <a:avLst/>
              <a:gdLst/>
              <a:ahLst/>
              <a:cxnLst/>
              <a:rect l="l" t="t" r="r" b="b"/>
              <a:pathLst>
                <a:path w="6382674" h="5126990">
                  <a:moveTo>
                    <a:pt x="3560734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60734" y="5126990"/>
                  </a:lnTo>
                  <a:lnTo>
                    <a:pt x="6382674" y="2564130"/>
                  </a:lnTo>
                  <a:close/>
                </a:path>
              </a:pathLst>
            </a:custGeom>
            <a:solidFill>
              <a:srgbClr val="FF7477"/>
            </a:solidFill>
          </p:spPr>
        </p:sp>
      </p:grpSp>
      <p:grpSp>
        <p:nvGrpSpPr>
          <p:cNvPr id="21" name="Group 7"/>
          <p:cNvGrpSpPr/>
          <p:nvPr/>
        </p:nvGrpSpPr>
        <p:grpSpPr>
          <a:xfrm>
            <a:off x="11071209" y="408333"/>
            <a:ext cx="235095" cy="189533"/>
            <a:chOff x="0" y="0"/>
            <a:chExt cx="6359534" cy="5126990"/>
          </a:xfrm>
          <a:solidFill>
            <a:schemeClr val="accent3"/>
          </a:solidFill>
        </p:grpSpPr>
        <p:sp>
          <p:nvSpPr>
            <p:cNvPr id="22" name="Freeform 8"/>
            <p:cNvSpPr/>
            <p:nvPr/>
          </p:nvSpPr>
          <p:spPr>
            <a:xfrm>
              <a:off x="0" y="0"/>
              <a:ext cx="6359534" cy="5126990"/>
            </a:xfrm>
            <a:custGeom>
              <a:avLst/>
              <a:gdLst/>
              <a:ahLst/>
              <a:cxnLst/>
              <a:rect l="l" t="t" r="r" b="b"/>
              <a:pathLst>
                <a:path w="6359534" h="5126990">
                  <a:moveTo>
                    <a:pt x="3537594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37594" y="5126990"/>
                  </a:lnTo>
                  <a:lnTo>
                    <a:pt x="6359534" y="2564130"/>
                  </a:lnTo>
                  <a:close/>
                </a:path>
              </a:pathLst>
            </a:custGeom>
            <a:grpFill/>
          </p:spPr>
        </p:sp>
      </p:grpSp>
      <p:sp>
        <p:nvSpPr>
          <p:cNvPr id="23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9397399" y="641150"/>
            <a:ext cx="469689" cy="46968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27" name="TextBox 3"/>
          <p:cNvSpPr txBox="1"/>
          <p:nvPr/>
        </p:nvSpPr>
        <p:spPr>
          <a:xfrm>
            <a:off x="1002156" y="4652459"/>
            <a:ext cx="782421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Setelah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implementasi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Konvergen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untuk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Pembantu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selesai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(10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),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maka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akan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dikembangkan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Aplikasi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Konvergen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untuk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Khusus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atau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2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Loket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(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Keliling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,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Siaga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,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Cepat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,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Samsat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Gerai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</a:t>
            </a:r>
            <a:r>
              <a:rPr lang="en-ID" sz="2000" b="1" dirty="0" err="1">
                <a:solidFill>
                  <a:prstClr val="black"/>
                </a:solidFill>
                <a:latin typeface="Franklin Gothic Book" pitchFamily="34" charset="0"/>
              </a:rPr>
              <a:t>dan</a:t>
            </a:r>
            <a:r>
              <a:rPr lang="en-ID" sz="2000" b="1" dirty="0">
                <a:solidFill>
                  <a:prstClr val="black"/>
                </a:solidFill>
                <a:latin typeface="Franklin Gothic Book" pitchFamily="34" charset="0"/>
              </a:rPr>
              <a:t> lain lain).</a:t>
            </a:r>
            <a:endParaRPr lang="en-US" sz="2000" b="1" dirty="0">
              <a:solidFill>
                <a:prstClr val="black"/>
              </a:solidFill>
              <a:latin typeface="Franklin Gothic Book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8F9FFF62-0D7B-493D-92E6-2071E8B9FCC2}"/>
              </a:ext>
            </a:extLst>
          </p:cNvPr>
          <p:cNvGrpSpPr/>
          <p:nvPr/>
        </p:nvGrpSpPr>
        <p:grpSpPr>
          <a:xfrm>
            <a:off x="240232" y="1396999"/>
            <a:ext cx="600000" cy="600000"/>
            <a:chOff x="360348" y="2095499"/>
            <a:chExt cx="900000" cy="900000"/>
          </a:xfrm>
        </p:grpSpPr>
        <p:sp>
          <p:nvSpPr>
            <p:cNvPr id="29" name="Oval 8">
              <a:extLst>
                <a:ext uri="{FF2B5EF4-FFF2-40B4-BE49-F238E27FC236}">
                  <a16:creationId xmlns="" xmlns:a16="http://schemas.microsoft.com/office/drawing/2014/main" id="{6CCFE343-5F2B-472C-AAAD-6981A78B2535}"/>
                </a:ext>
              </a:extLst>
            </p:cNvPr>
            <p:cNvSpPr/>
            <p:nvPr/>
          </p:nvSpPr>
          <p:spPr>
            <a:xfrm>
              <a:off x="360348" y="2095499"/>
              <a:ext cx="900000" cy="900000"/>
            </a:xfrm>
            <a:prstGeom prst="ellipse">
              <a:avLst/>
            </a:prstGeom>
            <a:solidFill>
              <a:schemeClr val="accent3"/>
            </a:solidFill>
            <a:ln w="12700">
              <a:noFill/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30" name="TextBox 3"/>
            <p:cNvSpPr txBox="1"/>
            <p:nvPr/>
          </p:nvSpPr>
          <p:spPr>
            <a:xfrm>
              <a:off x="610539" y="2266313"/>
              <a:ext cx="385010" cy="5770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id-ID" sz="2667" b="1" dirty="0">
                  <a:solidFill>
                    <a:prstClr val="black"/>
                  </a:solidFill>
                  <a:latin typeface="Garamond" pitchFamily="18" charset="0"/>
                </a:rPr>
                <a:t>1</a:t>
              </a:r>
              <a:endParaRPr lang="en-US" sz="2667" b="1" dirty="0">
                <a:solidFill>
                  <a:prstClr val="black"/>
                </a:solidFill>
                <a:latin typeface="Garamond" pitchFamily="18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2D6AC8F7-734A-492D-86D7-9517D50EC57E}"/>
              </a:ext>
            </a:extLst>
          </p:cNvPr>
          <p:cNvGrpSpPr/>
          <p:nvPr/>
        </p:nvGrpSpPr>
        <p:grpSpPr>
          <a:xfrm>
            <a:off x="235362" y="2988017"/>
            <a:ext cx="600000" cy="600000"/>
            <a:chOff x="355259" y="3966520"/>
            <a:chExt cx="900000" cy="900000"/>
          </a:xfrm>
        </p:grpSpPr>
        <p:sp>
          <p:nvSpPr>
            <p:cNvPr id="31" name="Oval 8">
              <a:extLst>
                <a:ext uri="{FF2B5EF4-FFF2-40B4-BE49-F238E27FC236}">
                  <a16:creationId xmlns="" xmlns:a16="http://schemas.microsoft.com/office/drawing/2014/main" id="{6CCFE343-5F2B-472C-AAAD-6981A78B2535}"/>
                </a:ext>
              </a:extLst>
            </p:cNvPr>
            <p:cNvSpPr/>
            <p:nvPr/>
          </p:nvSpPr>
          <p:spPr>
            <a:xfrm>
              <a:off x="355259" y="3966520"/>
              <a:ext cx="900000" cy="90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12700">
              <a:noFill/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32" name="TextBox 3"/>
            <p:cNvSpPr txBox="1"/>
            <p:nvPr/>
          </p:nvSpPr>
          <p:spPr>
            <a:xfrm>
              <a:off x="605450" y="4137334"/>
              <a:ext cx="385010" cy="5770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id-ID" sz="2667" b="1" dirty="0">
                  <a:solidFill>
                    <a:prstClr val="black"/>
                  </a:solidFill>
                  <a:latin typeface="Garamond" pitchFamily="18" charset="0"/>
                </a:rPr>
                <a:t>2</a:t>
              </a:r>
              <a:endParaRPr lang="en-US" sz="2667" b="1" dirty="0">
                <a:solidFill>
                  <a:prstClr val="black"/>
                </a:solidFill>
                <a:latin typeface="Garamond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D9F89801-2039-4849-91A5-89242F3242F2}"/>
              </a:ext>
            </a:extLst>
          </p:cNvPr>
          <p:cNvGrpSpPr/>
          <p:nvPr/>
        </p:nvGrpSpPr>
        <p:grpSpPr>
          <a:xfrm>
            <a:off x="240232" y="4652459"/>
            <a:ext cx="600000" cy="600000"/>
            <a:chOff x="395400" y="5829300"/>
            <a:chExt cx="900000" cy="900000"/>
          </a:xfrm>
        </p:grpSpPr>
        <p:sp>
          <p:nvSpPr>
            <p:cNvPr id="33" name="Oval 8">
              <a:extLst>
                <a:ext uri="{FF2B5EF4-FFF2-40B4-BE49-F238E27FC236}">
                  <a16:creationId xmlns="" xmlns:a16="http://schemas.microsoft.com/office/drawing/2014/main" id="{6CCFE343-5F2B-472C-AAAD-6981A78B2535}"/>
                </a:ext>
              </a:extLst>
            </p:cNvPr>
            <p:cNvSpPr/>
            <p:nvPr/>
          </p:nvSpPr>
          <p:spPr>
            <a:xfrm>
              <a:off x="395400" y="5829300"/>
              <a:ext cx="900000" cy="900000"/>
            </a:xfrm>
            <a:prstGeom prst="ellipse">
              <a:avLst/>
            </a:prstGeom>
            <a:solidFill>
              <a:schemeClr val="accent3"/>
            </a:solidFill>
            <a:ln w="12700">
              <a:noFill/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34" name="TextBox 3"/>
            <p:cNvSpPr txBox="1"/>
            <p:nvPr/>
          </p:nvSpPr>
          <p:spPr>
            <a:xfrm>
              <a:off x="645591" y="6000114"/>
              <a:ext cx="385010" cy="5770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id-ID" sz="2667" b="1" dirty="0">
                  <a:solidFill>
                    <a:prstClr val="black"/>
                  </a:solidFill>
                  <a:latin typeface="Garamond" pitchFamily="18" charset="0"/>
                </a:rPr>
                <a:t>3</a:t>
              </a:r>
              <a:endParaRPr lang="en-US" sz="2667" b="1" dirty="0">
                <a:solidFill>
                  <a:prstClr val="black"/>
                </a:solidFill>
                <a:latin typeface="Garamond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0013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703512" y="980728"/>
            <a:ext cx="8856984" cy="4896544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57153" algn="just" latinLnBrk="0"/>
            <a:endParaRPr lang="en-US" sz="1400" b="1" dirty="0">
              <a:solidFill>
                <a:prstClr val="black">
                  <a:lumMod val="75000"/>
                  <a:lumOff val="25000"/>
                </a:prstClr>
              </a:solidFill>
              <a:latin typeface="Bookman Old Style" panose="02050604050505020204" pitchFamily="18" charset="0"/>
              <a:sym typeface="Wingdings" panose="05000000000000000000" pitchFamily="2" charset="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14029" y="116856"/>
            <a:ext cx="6274819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3360"/>
              </a:lnSpc>
            </a:pPr>
            <a:r>
              <a:rPr lang="en-ID" sz="32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EDC </a:t>
            </a:r>
            <a:r>
              <a:rPr lang="en-ID" sz="3200" spc="279" dirty="0">
                <a:solidFill>
                  <a:srgbClr val="FF0000"/>
                </a:solidFill>
                <a:latin typeface="Franklin Gothic Medium Cond" pitchFamily="34" charset="0"/>
              </a:rPr>
              <a:t>(Electronic Data Capture)</a:t>
            </a:r>
            <a:endParaRPr lang="en-US" sz="3200" spc="279" dirty="0">
              <a:solidFill>
                <a:srgbClr val="FF0000"/>
              </a:solidFill>
              <a:latin typeface="Franklin Gothic Medium Cond" pitchFamily="34" charset="0"/>
            </a:endParaRPr>
          </a:p>
          <a:p>
            <a:pPr>
              <a:lnSpc>
                <a:spcPts val="3360"/>
              </a:lnSpc>
            </a:pPr>
            <a:endParaRPr lang="en-US" sz="32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800000" flipV="1">
            <a:off x="2032300" y="727136"/>
            <a:ext cx="8127399" cy="7408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="" xmlns:a16="http://schemas.microsoft.com/office/drawing/2014/main" id="{6CCFE343-5F2B-472C-AAAD-6981A78B2535}"/>
              </a:ext>
            </a:extLst>
          </p:cNvPr>
          <p:cNvSpPr/>
          <p:nvPr/>
        </p:nvSpPr>
        <p:spPr>
          <a:xfrm>
            <a:off x="10076615" y="462725"/>
            <a:ext cx="493601" cy="518003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03512" y="1319229"/>
            <a:ext cx="9264204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D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Mesin</a:t>
            </a:r>
            <a:r>
              <a:rPr lang="en-ID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EDC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terpasang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37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Samsat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Induk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10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Samsat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Pembantu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3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Samsat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Paten.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Sehingga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terpasang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50 Unit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Mesin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EDC.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Kedepan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rencana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penambahan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mesin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EDC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Bank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Jateng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namun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menunggu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persetujuan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PNBP (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Penerimaan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Negara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Pajak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masuk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item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Host to Host.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2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8757503">
            <a:off x="10659233" y="5256638"/>
            <a:ext cx="1308221" cy="1600270"/>
          </a:xfrm>
          <a:prstGeom prst="rect">
            <a:avLst/>
          </a:prstGeom>
        </p:spPr>
      </p:pic>
      <p:grpSp>
        <p:nvGrpSpPr>
          <p:cNvPr id="12" name="Group 10"/>
          <p:cNvGrpSpPr/>
          <p:nvPr/>
        </p:nvGrpSpPr>
        <p:grpSpPr>
          <a:xfrm>
            <a:off x="9528037" y="4706109"/>
            <a:ext cx="2472139" cy="2151891"/>
            <a:chOff x="-8" y="0"/>
            <a:chExt cx="13590363" cy="11191831"/>
          </a:xfrm>
        </p:grpSpPr>
        <p:grpSp>
          <p:nvGrpSpPr>
            <p:cNvPr id="13" name="Group 11"/>
            <p:cNvGrpSpPr>
              <a:grpSpLocks noChangeAspect="1"/>
            </p:cNvGrpSpPr>
            <p:nvPr/>
          </p:nvGrpSpPr>
          <p:grpSpPr>
            <a:xfrm>
              <a:off x="-8" y="0"/>
              <a:ext cx="11191831" cy="11191831"/>
              <a:chOff x="-2" y="0"/>
              <a:chExt cx="2787650" cy="2787650"/>
            </a:xfrm>
          </p:grpSpPr>
          <p:sp>
            <p:nvSpPr>
              <p:cNvPr id="16" name="Freeform 12"/>
              <p:cNvSpPr/>
              <p:nvPr/>
            </p:nvSpPr>
            <p:spPr>
              <a:xfrm>
                <a:off x="-2" y="0"/>
                <a:ext cx="2787650" cy="2787650"/>
              </a:xfrm>
              <a:custGeom>
                <a:avLst/>
                <a:gdLst/>
                <a:ahLst/>
                <a:cxnLst/>
                <a:rect l="l" t="t" r="r" b="b"/>
                <a:pathLst>
                  <a:path w="2787650" h="2787650">
                    <a:moveTo>
                      <a:pt x="81280" y="1861820"/>
                    </a:moveTo>
                    <a:cubicBezTo>
                      <a:pt x="73660" y="1841500"/>
                      <a:pt x="67310" y="1819910"/>
                      <a:pt x="60960" y="1799590"/>
                    </a:cubicBezTo>
                    <a:lnTo>
                      <a:pt x="1800860" y="59690"/>
                    </a:lnTo>
                    <a:cubicBezTo>
                      <a:pt x="1821180" y="66040"/>
                      <a:pt x="1842770" y="72390"/>
                      <a:pt x="1863090" y="80010"/>
                    </a:cubicBezTo>
                    <a:lnTo>
                      <a:pt x="81280" y="1861820"/>
                    </a:lnTo>
                    <a:close/>
                    <a:moveTo>
                      <a:pt x="1597660" y="15240"/>
                    </a:moveTo>
                    <a:cubicBezTo>
                      <a:pt x="1573530" y="11430"/>
                      <a:pt x="1548130" y="8890"/>
                      <a:pt x="1524000" y="6350"/>
                    </a:cubicBezTo>
                    <a:lnTo>
                      <a:pt x="6350" y="1524000"/>
                    </a:lnTo>
                    <a:cubicBezTo>
                      <a:pt x="8890" y="1548130"/>
                      <a:pt x="11430" y="1573530"/>
                      <a:pt x="15240" y="1597660"/>
                    </a:cubicBezTo>
                    <a:lnTo>
                      <a:pt x="1597660" y="15240"/>
                    </a:lnTo>
                    <a:close/>
                    <a:moveTo>
                      <a:pt x="2189480" y="248920"/>
                    </a:moveTo>
                    <a:cubicBezTo>
                      <a:pt x="2172970" y="237490"/>
                      <a:pt x="2156460" y="226060"/>
                      <a:pt x="2139950" y="215900"/>
                    </a:cubicBezTo>
                    <a:lnTo>
                      <a:pt x="215900" y="2139950"/>
                    </a:lnTo>
                    <a:cubicBezTo>
                      <a:pt x="226060" y="2156460"/>
                      <a:pt x="237490" y="2172970"/>
                      <a:pt x="248920" y="2189480"/>
                    </a:cubicBezTo>
                    <a:lnTo>
                      <a:pt x="2189480" y="248920"/>
                    </a:lnTo>
                    <a:close/>
                    <a:moveTo>
                      <a:pt x="1979930" y="128270"/>
                    </a:moveTo>
                    <a:cubicBezTo>
                      <a:pt x="1960880" y="119380"/>
                      <a:pt x="1941830" y="110490"/>
                      <a:pt x="1922780" y="102870"/>
                    </a:cubicBezTo>
                    <a:lnTo>
                      <a:pt x="104140" y="1921510"/>
                    </a:lnTo>
                    <a:cubicBezTo>
                      <a:pt x="111760" y="1940560"/>
                      <a:pt x="120650" y="1959610"/>
                      <a:pt x="129540" y="1978660"/>
                    </a:cubicBezTo>
                    <a:lnTo>
                      <a:pt x="1979930" y="128270"/>
                    </a:lnTo>
                    <a:close/>
                    <a:moveTo>
                      <a:pt x="2087880" y="185420"/>
                    </a:moveTo>
                    <a:cubicBezTo>
                      <a:pt x="2070100" y="175260"/>
                      <a:pt x="2052320" y="165100"/>
                      <a:pt x="2034540" y="156210"/>
                    </a:cubicBezTo>
                    <a:lnTo>
                      <a:pt x="154940" y="2035810"/>
                    </a:lnTo>
                    <a:cubicBezTo>
                      <a:pt x="163830" y="2053590"/>
                      <a:pt x="173990" y="2071370"/>
                      <a:pt x="184150" y="2089150"/>
                    </a:cubicBezTo>
                    <a:lnTo>
                      <a:pt x="2087880" y="185420"/>
                    </a:lnTo>
                    <a:close/>
                    <a:moveTo>
                      <a:pt x="834390" y="116840"/>
                    </a:moveTo>
                    <a:cubicBezTo>
                      <a:pt x="774700" y="143510"/>
                      <a:pt x="716280" y="173990"/>
                      <a:pt x="660400" y="208280"/>
                    </a:cubicBezTo>
                    <a:lnTo>
                      <a:pt x="208280" y="660400"/>
                    </a:lnTo>
                    <a:cubicBezTo>
                      <a:pt x="172720" y="716280"/>
                      <a:pt x="142240" y="774700"/>
                      <a:pt x="116840" y="834390"/>
                    </a:cubicBezTo>
                    <a:lnTo>
                      <a:pt x="834390" y="116840"/>
                    </a:lnTo>
                    <a:close/>
                    <a:moveTo>
                      <a:pt x="1363980" y="0"/>
                    </a:moveTo>
                    <a:lnTo>
                      <a:pt x="0" y="1363980"/>
                    </a:lnTo>
                    <a:cubicBezTo>
                      <a:pt x="0" y="1391920"/>
                      <a:pt x="0" y="1418590"/>
                      <a:pt x="1270" y="1446530"/>
                    </a:cubicBezTo>
                    <a:lnTo>
                      <a:pt x="1445260" y="1270"/>
                    </a:lnTo>
                    <a:cubicBezTo>
                      <a:pt x="1418590" y="0"/>
                      <a:pt x="1390650" y="0"/>
                      <a:pt x="1363980" y="0"/>
                    </a:cubicBezTo>
                    <a:close/>
                    <a:moveTo>
                      <a:pt x="2787650" y="1386840"/>
                    </a:moveTo>
                    <a:lnTo>
                      <a:pt x="1386840" y="2787650"/>
                    </a:lnTo>
                    <a:cubicBezTo>
                      <a:pt x="1414780" y="2787650"/>
                      <a:pt x="1443990" y="2787650"/>
                      <a:pt x="1471930" y="2785110"/>
                    </a:cubicBezTo>
                    <a:lnTo>
                      <a:pt x="2785110" y="1471930"/>
                    </a:lnTo>
                    <a:cubicBezTo>
                      <a:pt x="2786380" y="1443990"/>
                      <a:pt x="2787650" y="1414780"/>
                      <a:pt x="2787650" y="1386840"/>
                    </a:cubicBezTo>
                    <a:close/>
                    <a:moveTo>
                      <a:pt x="2283460" y="321310"/>
                    </a:moveTo>
                    <a:cubicBezTo>
                      <a:pt x="2268220" y="308610"/>
                      <a:pt x="2252980" y="295910"/>
                      <a:pt x="2237740" y="284480"/>
                    </a:cubicBezTo>
                    <a:lnTo>
                      <a:pt x="284480" y="2237740"/>
                    </a:lnTo>
                    <a:cubicBezTo>
                      <a:pt x="295910" y="2252980"/>
                      <a:pt x="308610" y="2268220"/>
                      <a:pt x="321310" y="2283460"/>
                    </a:cubicBezTo>
                    <a:lnTo>
                      <a:pt x="2283460" y="321310"/>
                    </a:lnTo>
                    <a:close/>
                    <a:moveTo>
                      <a:pt x="1276350" y="5080"/>
                    </a:moveTo>
                    <a:cubicBezTo>
                      <a:pt x="1244600" y="7620"/>
                      <a:pt x="1214120" y="11430"/>
                      <a:pt x="1182370" y="16510"/>
                    </a:cubicBezTo>
                    <a:lnTo>
                      <a:pt x="16510" y="1182370"/>
                    </a:lnTo>
                    <a:cubicBezTo>
                      <a:pt x="11430" y="1214120"/>
                      <a:pt x="7620" y="1244600"/>
                      <a:pt x="5080" y="1276350"/>
                    </a:cubicBezTo>
                    <a:lnTo>
                      <a:pt x="1276350" y="5080"/>
                    </a:lnTo>
                    <a:close/>
                    <a:moveTo>
                      <a:pt x="1080770" y="35560"/>
                    </a:moveTo>
                    <a:cubicBezTo>
                      <a:pt x="1042670" y="44450"/>
                      <a:pt x="1004570" y="54610"/>
                      <a:pt x="966470" y="67310"/>
                    </a:cubicBezTo>
                    <a:lnTo>
                      <a:pt x="66040" y="966470"/>
                    </a:lnTo>
                    <a:cubicBezTo>
                      <a:pt x="54610" y="1004570"/>
                      <a:pt x="43180" y="1041400"/>
                      <a:pt x="34290" y="1080770"/>
                    </a:cubicBezTo>
                    <a:lnTo>
                      <a:pt x="1080770" y="35560"/>
                    </a:lnTo>
                    <a:close/>
                    <a:moveTo>
                      <a:pt x="1734820" y="41910"/>
                    </a:moveTo>
                    <a:cubicBezTo>
                      <a:pt x="1711960" y="36830"/>
                      <a:pt x="1690370" y="31750"/>
                      <a:pt x="1667510" y="26670"/>
                    </a:cubicBezTo>
                    <a:lnTo>
                      <a:pt x="26670" y="1667510"/>
                    </a:lnTo>
                    <a:cubicBezTo>
                      <a:pt x="31750" y="1690370"/>
                      <a:pt x="36830" y="1711960"/>
                      <a:pt x="41910" y="1734820"/>
                    </a:cubicBezTo>
                    <a:lnTo>
                      <a:pt x="1734820" y="41910"/>
                    </a:lnTo>
                    <a:close/>
                    <a:moveTo>
                      <a:pt x="2762250" y="1659890"/>
                    </a:moveTo>
                    <a:cubicBezTo>
                      <a:pt x="2768600" y="1626870"/>
                      <a:pt x="2773680" y="1595120"/>
                      <a:pt x="2777490" y="1562100"/>
                    </a:cubicBezTo>
                    <a:lnTo>
                      <a:pt x="1562100" y="2777490"/>
                    </a:lnTo>
                    <a:cubicBezTo>
                      <a:pt x="1595120" y="2773680"/>
                      <a:pt x="1628140" y="2768600"/>
                      <a:pt x="1659890" y="2762250"/>
                    </a:cubicBezTo>
                    <a:lnTo>
                      <a:pt x="2762250" y="1659890"/>
                    </a:lnTo>
                    <a:close/>
                    <a:moveTo>
                      <a:pt x="2785110" y="1306830"/>
                    </a:moveTo>
                    <a:cubicBezTo>
                      <a:pt x="2783840" y="1281430"/>
                      <a:pt x="2781300" y="1256030"/>
                      <a:pt x="2778760" y="1230630"/>
                    </a:cubicBezTo>
                    <a:lnTo>
                      <a:pt x="1230630" y="2777490"/>
                    </a:lnTo>
                    <a:cubicBezTo>
                      <a:pt x="1256030" y="2780030"/>
                      <a:pt x="1281430" y="2782570"/>
                      <a:pt x="1306830" y="2783840"/>
                    </a:cubicBezTo>
                    <a:lnTo>
                      <a:pt x="2785110" y="1306830"/>
                    </a:lnTo>
                    <a:close/>
                    <a:moveTo>
                      <a:pt x="2767330" y="1158240"/>
                    </a:moveTo>
                    <a:cubicBezTo>
                      <a:pt x="2763520" y="1135380"/>
                      <a:pt x="2758440" y="1112520"/>
                      <a:pt x="2753360" y="1089660"/>
                    </a:cubicBezTo>
                    <a:lnTo>
                      <a:pt x="1088390" y="2753360"/>
                    </a:lnTo>
                    <a:cubicBezTo>
                      <a:pt x="1111250" y="2758440"/>
                      <a:pt x="1134110" y="2763520"/>
                      <a:pt x="1156970" y="2767330"/>
                    </a:cubicBezTo>
                    <a:lnTo>
                      <a:pt x="2767330" y="1158240"/>
                    </a:lnTo>
                    <a:close/>
                    <a:moveTo>
                      <a:pt x="2369820" y="398780"/>
                    </a:moveTo>
                    <a:cubicBezTo>
                      <a:pt x="2355850" y="384810"/>
                      <a:pt x="2341880" y="372110"/>
                      <a:pt x="2327910" y="358140"/>
                    </a:cubicBezTo>
                    <a:lnTo>
                      <a:pt x="359410" y="2326640"/>
                    </a:lnTo>
                    <a:cubicBezTo>
                      <a:pt x="372110" y="2340610"/>
                      <a:pt x="386080" y="2354580"/>
                      <a:pt x="400050" y="2368550"/>
                    </a:cubicBezTo>
                    <a:lnTo>
                      <a:pt x="2369820" y="398780"/>
                    </a:lnTo>
                    <a:close/>
                    <a:moveTo>
                      <a:pt x="2451100" y="2301240"/>
                    </a:moveTo>
                    <a:cubicBezTo>
                      <a:pt x="2520950" y="2219960"/>
                      <a:pt x="2579370" y="2133600"/>
                      <a:pt x="2627630" y="2042160"/>
                    </a:cubicBezTo>
                    <a:lnTo>
                      <a:pt x="2042160" y="2627630"/>
                    </a:lnTo>
                    <a:cubicBezTo>
                      <a:pt x="2133600" y="2579370"/>
                      <a:pt x="2219960" y="2520950"/>
                      <a:pt x="2301240" y="2451100"/>
                    </a:cubicBezTo>
                    <a:lnTo>
                      <a:pt x="2451100" y="2301240"/>
                    </a:lnTo>
                    <a:close/>
                    <a:moveTo>
                      <a:pt x="2736850" y="1023620"/>
                    </a:moveTo>
                    <a:cubicBezTo>
                      <a:pt x="2730500" y="1002030"/>
                      <a:pt x="2724150" y="981710"/>
                      <a:pt x="2717800" y="960120"/>
                    </a:cubicBezTo>
                    <a:lnTo>
                      <a:pt x="960120" y="2717800"/>
                    </a:lnTo>
                    <a:cubicBezTo>
                      <a:pt x="981710" y="2724150"/>
                      <a:pt x="1002030" y="2730500"/>
                      <a:pt x="1023620" y="2736850"/>
                    </a:cubicBezTo>
                    <a:lnTo>
                      <a:pt x="2736850" y="1023620"/>
                    </a:lnTo>
                    <a:close/>
                    <a:moveTo>
                      <a:pt x="2696210" y="1892300"/>
                    </a:moveTo>
                    <a:cubicBezTo>
                      <a:pt x="2711450" y="1851660"/>
                      <a:pt x="2725420" y="1811020"/>
                      <a:pt x="2736850" y="1769110"/>
                    </a:cubicBezTo>
                    <a:lnTo>
                      <a:pt x="1769110" y="2736850"/>
                    </a:lnTo>
                    <a:cubicBezTo>
                      <a:pt x="1811020" y="2725420"/>
                      <a:pt x="1851660" y="2711450"/>
                      <a:pt x="1892300" y="2696210"/>
                    </a:cubicBezTo>
                    <a:lnTo>
                      <a:pt x="2696210" y="1892300"/>
                    </a:lnTo>
                    <a:close/>
                    <a:moveTo>
                      <a:pt x="2523490" y="576580"/>
                    </a:moveTo>
                    <a:cubicBezTo>
                      <a:pt x="2512060" y="561340"/>
                      <a:pt x="2500630" y="544830"/>
                      <a:pt x="2487930" y="529590"/>
                    </a:cubicBezTo>
                    <a:lnTo>
                      <a:pt x="529590" y="2486660"/>
                    </a:lnTo>
                    <a:cubicBezTo>
                      <a:pt x="544830" y="2499360"/>
                      <a:pt x="561340" y="2510790"/>
                      <a:pt x="576580" y="2522220"/>
                    </a:cubicBezTo>
                    <a:lnTo>
                      <a:pt x="2523490" y="576580"/>
                    </a:lnTo>
                    <a:close/>
                    <a:moveTo>
                      <a:pt x="2696210" y="899160"/>
                    </a:moveTo>
                    <a:cubicBezTo>
                      <a:pt x="2688590" y="878840"/>
                      <a:pt x="2680970" y="859790"/>
                      <a:pt x="2672080" y="840740"/>
                    </a:cubicBezTo>
                    <a:lnTo>
                      <a:pt x="839470" y="2673350"/>
                    </a:lnTo>
                    <a:cubicBezTo>
                      <a:pt x="858520" y="2682240"/>
                      <a:pt x="878840" y="2689860"/>
                      <a:pt x="897890" y="2697480"/>
                    </a:cubicBezTo>
                    <a:lnTo>
                      <a:pt x="2696210" y="899160"/>
                    </a:lnTo>
                    <a:close/>
                    <a:moveTo>
                      <a:pt x="2449830" y="483870"/>
                    </a:moveTo>
                    <a:cubicBezTo>
                      <a:pt x="2437130" y="468630"/>
                      <a:pt x="2424430" y="454660"/>
                      <a:pt x="2410460" y="440690"/>
                    </a:cubicBezTo>
                    <a:lnTo>
                      <a:pt x="440690" y="2410460"/>
                    </a:lnTo>
                    <a:cubicBezTo>
                      <a:pt x="454660" y="2424430"/>
                      <a:pt x="469900" y="2437130"/>
                      <a:pt x="483870" y="2449830"/>
                    </a:cubicBezTo>
                    <a:lnTo>
                      <a:pt x="2449830" y="483870"/>
                    </a:lnTo>
                    <a:close/>
                    <a:moveTo>
                      <a:pt x="2588260" y="675640"/>
                    </a:moveTo>
                    <a:cubicBezTo>
                      <a:pt x="2578100" y="659130"/>
                      <a:pt x="2567940" y="641350"/>
                      <a:pt x="2556510" y="624840"/>
                    </a:cubicBezTo>
                    <a:lnTo>
                      <a:pt x="624840" y="2556510"/>
                    </a:lnTo>
                    <a:cubicBezTo>
                      <a:pt x="641350" y="2567940"/>
                      <a:pt x="657860" y="2578100"/>
                      <a:pt x="675640" y="2588260"/>
                    </a:cubicBezTo>
                    <a:lnTo>
                      <a:pt x="2588260" y="675640"/>
                    </a:lnTo>
                    <a:close/>
                    <a:moveTo>
                      <a:pt x="2646680" y="783590"/>
                    </a:moveTo>
                    <a:cubicBezTo>
                      <a:pt x="2637790" y="765810"/>
                      <a:pt x="2628900" y="746760"/>
                      <a:pt x="2618740" y="728980"/>
                    </a:cubicBezTo>
                    <a:lnTo>
                      <a:pt x="728980" y="2618740"/>
                    </a:lnTo>
                    <a:cubicBezTo>
                      <a:pt x="746760" y="2628900"/>
                      <a:pt x="764540" y="2637790"/>
                      <a:pt x="783590" y="2646680"/>
                    </a:cubicBezTo>
                    <a:lnTo>
                      <a:pt x="2646680" y="783590"/>
                    </a:lnTo>
                    <a:close/>
                  </a:path>
                </a:pathLst>
              </a:custGeom>
              <a:solidFill>
                <a:srgbClr val="F5FBF9"/>
              </a:solidFill>
            </p:spPr>
          </p:sp>
        </p:grpSp>
        <p:grpSp>
          <p:nvGrpSpPr>
            <p:cNvPr id="14" name="Group 13"/>
            <p:cNvGrpSpPr>
              <a:grpSpLocks noChangeAspect="1"/>
            </p:cNvGrpSpPr>
            <p:nvPr/>
          </p:nvGrpSpPr>
          <p:grpSpPr>
            <a:xfrm>
              <a:off x="2398524" y="0"/>
              <a:ext cx="11191831" cy="11191831"/>
              <a:chOff x="-2540" y="-2540"/>
              <a:chExt cx="6355080" cy="6355080"/>
            </a:xfrm>
          </p:grpSpPr>
          <p:sp>
            <p:nvSpPr>
              <p:cNvPr id="15" name="Freeform 14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2F5972"/>
              </a:solidFill>
            </p:spPr>
          </p:sp>
        </p:grpSp>
      </p:grpSp>
      <p:sp>
        <p:nvSpPr>
          <p:cNvPr id="2" name="Rectangle 1"/>
          <p:cNvSpPr/>
          <p:nvPr/>
        </p:nvSpPr>
        <p:spPr>
          <a:xfrm>
            <a:off x="1703512" y="5017675"/>
            <a:ext cx="7427025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D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penanganan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Piutang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tindak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lanjut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rekomendasi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BPR,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sampai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proses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nilai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Pajak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Kendaraan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Bermotor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sebelumnya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bernilai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nol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rupiah.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114029" y="3744491"/>
            <a:ext cx="6274819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3360"/>
              </a:lnSpc>
            </a:pPr>
            <a:r>
              <a:rPr lang="en-US" sz="3200" spc="279" dirty="0" err="1" smtClean="0">
                <a:solidFill>
                  <a:srgbClr val="FF0000"/>
                </a:solidFill>
                <a:latin typeface="Franklin Gothic Medium Cond" pitchFamily="34" charset="0"/>
              </a:rPr>
              <a:t>Penanganan</a:t>
            </a:r>
            <a:r>
              <a:rPr lang="en-US" sz="32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 </a:t>
            </a:r>
            <a:r>
              <a:rPr lang="en-US" sz="3200" spc="279" dirty="0" err="1" smtClean="0">
                <a:solidFill>
                  <a:srgbClr val="FF0000"/>
                </a:solidFill>
                <a:latin typeface="Franklin Gothic Medium Cond" pitchFamily="34" charset="0"/>
              </a:rPr>
              <a:t>Piutang</a:t>
            </a:r>
            <a:endParaRPr lang="en-US" sz="3200" spc="279" dirty="0">
              <a:solidFill>
                <a:srgbClr val="FF0000"/>
              </a:solidFill>
              <a:latin typeface="Franklin Gothic Medium Cond" pitchFamily="34" charset="0"/>
            </a:endParaRPr>
          </a:p>
          <a:p>
            <a:pPr>
              <a:lnSpc>
                <a:spcPts val="3360"/>
              </a:lnSpc>
            </a:pPr>
            <a:endParaRPr lang="en-US" sz="32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2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800000" flipV="1">
            <a:off x="2032300" y="4354771"/>
            <a:ext cx="8127399" cy="74089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="" xmlns:a16="http://schemas.microsoft.com/office/drawing/2014/main" id="{6CCFE343-5F2B-472C-AAAD-6981A78B2535}"/>
              </a:ext>
            </a:extLst>
          </p:cNvPr>
          <p:cNvSpPr/>
          <p:nvPr/>
        </p:nvSpPr>
        <p:spPr>
          <a:xfrm>
            <a:off x="10076615" y="4090360"/>
            <a:ext cx="493601" cy="518003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76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688111" y="256467"/>
            <a:ext cx="9735458" cy="451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D" sz="2933" spc="53" dirty="0" err="1" smtClean="0">
                <a:solidFill>
                  <a:srgbClr val="FF0000"/>
                </a:solidFill>
                <a:latin typeface="Swis721 Hv BT" pitchFamily="34" charset="0"/>
              </a:rPr>
              <a:t>Laporan</a:t>
            </a:r>
            <a:r>
              <a:rPr lang="en-ID" sz="2933" spc="53" dirty="0" smtClean="0">
                <a:solidFill>
                  <a:srgbClr val="FF0000"/>
                </a:solidFill>
                <a:latin typeface="Swis721 Hv BT" pitchFamily="34" charset="0"/>
              </a:rPr>
              <a:t> </a:t>
            </a:r>
            <a:r>
              <a:rPr lang="en-ID" sz="2933" spc="53" dirty="0" err="1">
                <a:solidFill>
                  <a:srgbClr val="FF0000"/>
                </a:solidFill>
                <a:latin typeface="Swis721 Hv BT" pitchFamily="34" charset="0"/>
              </a:rPr>
              <a:t>Pemutihan</a:t>
            </a:r>
            <a:r>
              <a:rPr lang="en-ID" sz="2933" spc="53" dirty="0">
                <a:solidFill>
                  <a:srgbClr val="FF0000"/>
                </a:solidFill>
                <a:latin typeface="Swis721 Hv BT" pitchFamily="34" charset="0"/>
              </a:rPr>
              <a:t>/ </a:t>
            </a:r>
            <a:r>
              <a:rPr lang="en-ID" sz="2933" spc="53" dirty="0" err="1">
                <a:solidFill>
                  <a:srgbClr val="FF0000"/>
                </a:solidFill>
                <a:latin typeface="Swis721 Hv BT" pitchFamily="34" charset="0"/>
              </a:rPr>
              <a:t>Pembebasan</a:t>
            </a:r>
            <a:r>
              <a:rPr lang="en-ID" sz="2933" spc="53" dirty="0">
                <a:solidFill>
                  <a:srgbClr val="FF0000"/>
                </a:solidFill>
                <a:latin typeface="Swis721 Hv BT" pitchFamily="34" charset="0"/>
              </a:rPr>
              <a:t> </a:t>
            </a:r>
            <a:r>
              <a:rPr lang="en-ID" sz="2933" spc="53" dirty="0" err="1">
                <a:solidFill>
                  <a:srgbClr val="FF0000"/>
                </a:solidFill>
                <a:latin typeface="Swis721 Hv BT" pitchFamily="34" charset="0"/>
              </a:rPr>
              <a:t>Denda</a:t>
            </a:r>
            <a:r>
              <a:rPr lang="en-ID" sz="2933" spc="53" dirty="0">
                <a:solidFill>
                  <a:srgbClr val="FF0000"/>
                </a:solidFill>
                <a:latin typeface="Swis721 Hv BT" pitchFamily="34" charset="0"/>
              </a:rPr>
              <a:t> 2022</a:t>
            </a:r>
            <a:endParaRPr lang="en-US" sz="2933" spc="53" dirty="0">
              <a:solidFill>
                <a:srgbClr val="FF0000"/>
              </a:solidFill>
              <a:latin typeface="Swis721 Hv BT" pitchFamily="34" charset="0"/>
            </a:endParaRPr>
          </a:p>
        </p:txBody>
      </p:sp>
      <p:pic>
        <p:nvPicPr>
          <p:cNvPr id="26" name="Picture 3">
            <a:extLst>
              <a:ext uri="{FF2B5EF4-FFF2-40B4-BE49-F238E27FC236}">
                <a16:creationId xmlns="" xmlns:a16="http://schemas.microsoft.com/office/drawing/2014/main" id="{7517D05B-A4CA-4342-83FD-BC3C9D3AA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 flipV="1">
            <a:off x="688110" y="814910"/>
            <a:ext cx="8558920" cy="78023"/>
          </a:xfrm>
          <a:prstGeom prst="rect">
            <a:avLst/>
          </a:prstGeom>
        </p:spPr>
      </p:pic>
      <p:grpSp>
        <p:nvGrpSpPr>
          <p:cNvPr id="27" name="Group 5">
            <a:extLst>
              <a:ext uri="{FF2B5EF4-FFF2-40B4-BE49-F238E27FC236}">
                <a16:creationId xmlns="" xmlns:a16="http://schemas.microsoft.com/office/drawing/2014/main" id="{59B375DD-A489-4186-A51B-A674A26B8259}"/>
              </a:ext>
            </a:extLst>
          </p:cNvPr>
          <p:cNvGrpSpPr/>
          <p:nvPr/>
        </p:nvGrpSpPr>
        <p:grpSpPr>
          <a:xfrm>
            <a:off x="9026434" y="648945"/>
            <a:ext cx="479303" cy="383443"/>
            <a:chOff x="0" y="0"/>
            <a:chExt cx="6408833" cy="5126990"/>
          </a:xfrm>
          <a:solidFill>
            <a:srgbClr val="FFC000"/>
          </a:solidFill>
        </p:grpSpPr>
        <p:sp>
          <p:nvSpPr>
            <p:cNvPr id="28" name="Freeform 6">
              <a:extLst>
                <a:ext uri="{FF2B5EF4-FFF2-40B4-BE49-F238E27FC236}">
                  <a16:creationId xmlns="" xmlns:a16="http://schemas.microsoft.com/office/drawing/2014/main" id="{739602EC-C87F-4626-8C92-F96AB85AF80A}"/>
                </a:ext>
              </a:extLst>
            </p:cNvPr>
            <p:cNvSpPr/>
            <p:nvPr/>
          </p:nvSpPr>
          <p:spPr>
            <a:xfrm>
              <a:off x="0" y="0"/>
              <a:ext cx="6408833" cy="5126990"/>
            </a:xfrm>
            <a:custGeom>
              <a:avLst/>
              <a:gdLst/>
              <a:ahLst/>
              <a:cxnLst/>
              <a:rect l="l" t="t" r="r" b="b"/>
              <a:pathLst>
                <a:path w="6408833" h="5126990">
                  <a:moveTo>
                    <a:pt x="3586893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86893" y="5126990"/>
                  </a:lnTo>
                  <a:lnTo>
                    <a:pt x="6408833" y="2564130"/>
                  </a:lnTo>
                  <a:close/>
                </a:path>
              </a:pathLst>
            </a:custGeom>
            <a:grpFill/>
          </p:spPr>
        </p:sp>
      </p:grpSp>
      <p:sp>
        <p:nvSpPr>
          <p:cNvPr id="25" name="TextBox 4"/>
          <p:cNvSpPr txBox="1"/>
          <p:nvPr/>
        </p:nvSpPr>
        <p:spPr>
          <a:xfrm>
            <a:off x="688110" y="3712429"/>
            <a:ext cx="7458696" cy="482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D" sz="2933" spc="53" dirty="0" err="1" smtClean="0">
                <a:solidFill>
                  <a:srgbClr val="FF0000"/>
                </a:solidFill>
                <a:latin typeface="Swis721 Hv BT" pitchFamily="34" charset="0"/>
              </a:rPr>
              <a:t>Permintaan</a:t>
            </a:r>
            <a:r>
              <a:rPr lang="en-ID" sz="2933" spc="53" dirty="0" smtClean="0">
                <a:solidFill>
                  <a:srgbClr val="FF0000"/>
                </a:solidFill>
                <a:latin typeface="Swis721 Hv BT" pitchFamily="34" charset="0"/>
              </a:rPr>
              <a:t> </a:t>
            </a:r>
            <a:r>
              <a:rPr lang="en-ID" sz="2933" spc="53" dirty="0" err="1">
                <a:solidFill>
                  <a:srgbClr val="FF0000"/>
                </a:solidFill>
                <a:latin typeface="Swis721 Hv BT" pitchFamily="34" charset="0"/>
              </a:rPr>
              <a:t>Perangkat</a:t>
            </a:r>
            <a:r>
              <a:rPr lang="en-ID" sz="2933" spc="53" dirty="0">
                <a:solidFill>
                  <a:srgbClr val="FF0000"/>
                </a:solidFill>
                <a:latin typeface="Swis721 Hv BT" pitchFamily="34" charset="0"/>
              </a:rPr>
              <a:t> Bank </a:t>
            </a:r>
            <a:r>
              <a:rPr lang="en-ID" sz="2933" spc="53" dirty="0" err="1">
                <a:solidFill>
                  <a:srgbClr val="FF0000"/>
                </a:solidFill>
                <a:latin typeface="Swis721 Hv BT" pitchFamily="34" charset="0"/>
              </a:rPr>
              <a:t>Jateng</a:t>
            </a:r>
            <a:endParaRPr lang="en-US" sz="2933" spc="53" dirty="0">
              <a:solidFill>
                <a:srgbClr val="FF0000"/>
              </a:solidFill>
              <a:latin typeface="Swis721 Hv BT" pitchFamily="34" charset="0"/>
            </a:endParaRPr>
          </a:p>
        </p:txBody>
      </p:sp>
      <p:pic>
        <p:nvPicPr>
          <p:cNvPr id="29" name="Picture 3">
            <a:extLst>
              <a:ext uri="{FF2B5EF4-FFF2-40B4-BE49-F238E27FC236}">
                <a16:creationId xmlns="" xmlns:a16="http://schemas.microsoft.com/office/drawing/2014/main" id="{7517D05B-A4CA-4342-83FD-BC3C9D3AA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 flipV="1">
            <a:off x="688111" y="4158690"/>
            <a:ext cx="8127399" cy="74089"/>
          </a:xfrm>
          <a:prstGeom prst="rect">
            <a:avLst/>
          </a:prstGeom>
        </p:spPr>
      </p:pic>
      <p:grpSp>
        <p:nvGrpSpPr>
          <p:cNvPr id="30" name="Group 5">
            <a:extLst>
              <a:ext uri="{FF2B5EF4-FFF2-40B4-BE49-F238E27FC236}">
                <a16:creationId xmlns="" xmlns:a16="http://schemas.microsoft.com/office/drawing/2014/main" id="{59B375DD-A489-4186-A51B-A674A26B8259}"/>
              </a:ext>
            </a:extLst>
          </p:cNvPr>
          <p:cNvGrpSpPr/>
          <p:nvPr/>
        </p:nvGrpSpPr>
        <p:grpSpPr>
          <a:xfrm>
            <a:off x="8617089" y="3984464"/>
            <a:ext cx="479303" cy="383443"/>
            <a:chOff x="0" y="0"/>
            <a:chExt cx="6408833" cy="5126990"/>
          </a:xfrm>
          <a:solidFill>
            <a:srgbClr val="FFC000"/>
          </a:solidFill>
        </p:grpSpPr>
        <p:sp>
          <p:nvSpPr>
            <p:cNvPr id="31" name="Freeform 6">
              <a:extLst>
                <a:ext uri="{FF2B5EF4-FFF2-40B4-BE49-F238E27FC236}">
                  <a16:creationId xmlns="" xmlns:a16="http://schemas.microsoft.com/office/drawing/2014/main" id="{739602EC-C87F-4626-8C92-F96AB85AF80A}"/>
                </a:ext>
              </a:extLst>
            </p:cNvPr>
            <p:cNvSpPr/>
            <p:nvPr/>
          </p:nvSpPr>
          <p:spPr>
            <a:xfrm>
              <a:off x="0" y="0"/>
              <a:ext cx="6408833" cy="5126990"/>
            </a:xfrm>
            <a:custGeom>
              <a:avLst/>
              <a:gdLst/>
              <a:ahLst/>
              <a:cxnLst/>
              <a:rect l="l" t="t" r="r" b="b"/>
              <a:pathLst>
                <a:path w="6408833" h="5126990">
                  <a:moveTo>
                    <a:pt x="3586893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86893" y="5126990"/>
                  </a:lnTo>
                  <a:lnTo>
                    <a:pt x="6408833" y="2564130"/>
                  </a:lnTo>
                  <a:close/>
                </a:path>
              </a:pathLst>
            </a:custGeom>
            <a:grpFill/>
          </p:spPr>
        </p:sp>
      </p:grpSp>
      <p:sp>
        <p:nvSpPr>
          <p:cNvPr id="3" name="Rectangle 2"/>
          <p:cNvSpPr/>
          <p:nvPr/>
        </p:nvSpPr>
        <p:spPr>
          <a:xfrm>
            <a:off x="301798" y="1206614"/>
            <a:ext cx="9288628" cy="1574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D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Laporan</a:t>
            </a:r>
            <a:r>
              <a:rPr lang="en-ID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Pemutihan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Pembebasan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sedang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dikembangkan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disesuaikan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kebutuhan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skema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Pembebasan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2022.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Laporan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Pembebasan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2022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mencakup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3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berbeda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Aplikasi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lama,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Samsat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Konvergen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Aplikasi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New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Sakpole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sehingga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perlu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proses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penggabungan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laporan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terlebih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dahulu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disajikan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Laporan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42095" y="4680387"/>
            <a:ext cx="8243126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D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Beberapa</a:t>
            </a:r>
            <a:r>
              <a:rPr lang="en-ID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waktu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lalu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menyampaikan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permintaan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bantuan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perangkat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Bank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Jateng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Bank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Jateng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berharap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bertemu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secara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langsung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jauh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perangkat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urgensinya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2" name="Group 6"/>
          <p:cNvGrpSpPr/>
          <p:nvPr/>
        </p:nvGrpSpPr>
        <p:grpSpPr>
          <a:xfrm rot="-5400000">
            <a:off x="10895275" y="5565926"/>
            <a:ext cx="1840639" cy="743509"/>
            <a:chOff x="0" y="0"/>
            <a:chExt cx="6346308" cy="5126990"/>
          </a:xfrm>
        </p:grpSpPr>
        <p:sp>
          <p:nvSpPr>
            <p:cNvPr id="33" name="Freeform 7"/>
            <p:cNvSpPr/>
            <p:nvPr/>
          </p:nvSpPr>
          <p:spPr>
            <a:xfrm>
              <a:off x="0" y="0"/>
              <a:ext cx="6346308" cy="5126990"/>
            </a:xfrm>
            <a:custGeom>
              <a:avLst/>
              <a:gdLst/>
              <a:ahLst/>
              <a:cxnLst/>
              <a:rect l="l" t="t" r="r" b="b"/>
              <a:pathLst>
                <a:path w="6346308" h="5126990">
                  <a:moveTo>
                    <a:pt x="3524367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24367" y="5126990"/>
                  </a:lnTo>
                  <a:lnTo>
                    <a:pt x="6346308" y="2564130"/>
                  </a:lnTo>
                  <a:close/>
                </a:path>
              </a:pathLst>
            </a:custGeom>
            <a:solidFill>
              <a:srgbClr val="FFCC58"/>
            </a:solidFill>
          </p:spPr>
        </p:sp>
      </p:grpSp>
      <p:grpSp>
        <p:nvGrpSpPr>
          <p:cNvPr id="34" name="Group 12"/>
          <p:cNvGrpSpPr/>
          <p:nvPr/>
        </p:nvGrpSpPr>
        <p:grpSpPr>
          <a:xfrm rot="-5400000">
            <a:off x="11140325" y="1743617"/>
            <a:ext cx="476251" cy="189417"/>
            <a:chOff x="0" y="0"/>
            <a:chExt cx="6346308" cy="5126990"/>
          </a:xfrm>
        </p:grpSpPr>
        <p:sp>
          <p:nvSpPr>
            <p:cNvPr id="35" name="Freeform 13"/>
            <p:cNvSpPr/>
            <p:nvPr/>
          </p:nvSpPr>
          <p:spPr>
            <a:xfrm>
              <a:off x="0" y="0"/>
              <a:ext cx="6346308" cy="5126990"/>
            </a:xfrm>
            <a:custGeom>
              <a:avLst/>
              <a:gdLst/>
              <a:ahLst/>
              <a:cxnLst/>
              <a:rect l="l" t="t" r="r" b="b"/>
              <a:pathLst>
                <a:path w="6346308" h="5126990">
                  <a:moveTo>
                    <a:pt x="3524367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24367" y="5126990"/>
                  </a:lnTo>
                  <a:lnTo>
                    <a:pt x="6346308" y="2564130"/>
                  </a:lnTo>
                  <a:close/>
                </a:path>
              </a:pathLst>
            </a:custGeom>
            <a:solidFill>
              <a:srgbClr val="FFCC58"/>
            </a:solidFill>
          </p:spPr>
        </p:sp>
      </p:grpSp>
      <p:grpSp>
        <p:nvGrpSpPr>
          <p:cNvPr id="36" name="Group 14"/>
          <p:cNvGrpSpPr/>
          <p:nvPr/>
        </p:nvGrpSpPr>
        <p:grpSpPr>
          <a:xfrm rot="-5400000">
            <a:off x="11459872" y="479800"/>
            <a:ext cx="1011701" cy="407701"/>
            <a:chOff x="0" y="0"/>
            <a:chExt cx="6361360" cy="5126990"/>
          </a:xfrm>
        </p:grpSpPr>
        <p:sp>
          <p:nvSpPr>
            <p:cNvPr id="37" name="Freeform 15"/>
            <p:cNvSpPr/>
            <p:nvPr/>
          </p:nvSpPr>
          <p:spPr>
            <a:xfrm>
              <a:off x="0" y="0"/>
              <a:ext cx="6361360" cy="5126990"/>
            </a:xfrm>
            <a:custGeom>
              <a:avLst/>
              <a:gdLst/>
              <a:ahLst/>
              <a:cxnLst/>
              <a:rect l="l" t="t" r="r" b="b"/>
              <a:pathLst>
                <a:path w="6361360" h="5126990">
                  <a:moveTo>
                    <a:pt x="3539420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39420" y="5126990"/>
                  </a:lnTo>
                  <a:lnTo>
                    <a:pt x="6361360" y="2564130"/>
                  </a:lnTo>
                  <a:close/>
                </a:path>
              </a:pathLst>
            </a:custGeom>
            <a:solidFill>
              <a:srgbClr val="4CB8B4"/>
            </a:solidFill>
          </p:spPr>
        </p:sp>
      </p:grpSp>
      <p:grpSp>
        <p:nvGrpSpPr>
          <p:cNvPr id="38" name="Group 16"/>
          <p:cNvGrpSpPr/>
          <p:nvPr/>
        </p:nvGrpSpPr>
        <p:grpSpPr>
          <a:xfrm rot="-5400000">
            <a:off x="11228528" y="4006505"/>
            <a:ext cx="1416244" cy="569661"/>
            <a:chOff x="0" y="0"/>
            <a:chExt cx="6373228" cy="5126990"/>
          </a:xfrm>
        </p:grpSpPr>
        <p:sp>
          <p:nvSpPr>
            <p:cNvPr id="39" name="Freeform 17"/>
            <p:cNvSpPr/>
            <p:nvPr/>
          </p:nvSpPr>
          <p:spPr>
            <a:xfrm>
              <a:off x="0" y="0"/>
              <a:ext cx="6373228" cy="5126990"/>
            </a:xfrm>
            <a:custGeom>
              <a:avLst/>
              <a:gdLst/>
              <a:ahLst/>
              <a:cxnLst/>
              <a:rect l="l" t="t" r="r" b="b"/>
              <a:pathLst>
                <a:path w="6373228" h="5126990">
                  <a:moveTo>
                    <a:pt x="3551288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51288" y="5126990"/>
                  </a:lnTo>
                  <a:lnTo>
                    <a:pt x="6373228" y="2564130"/>
                  </a:lnTo>
                  <a:close/>
                </a:path>
              </a:pathLst>
            </a:custGeom>
            <a:solidFill>
              <a:srgbClr val="FF7477"/>
            </a:solidFill>
          </p:spPr>
        </p:sp>
      </p:grpSp>
      <p:grpSp>
        <p:nvGrpSpPr>
          <p:cNvPr id="40" name="Group 20"/>
          <p:cNvGrpSpPr/>
          <p:nvPr/>
        </p:nvGrpSpPr>
        <p:grpSpPr>
          <a:xfrm rot="-5400000">
            <a:off x="11009128" y="3133269"/>
            <a:ext cx="1011701" cy="407701"/>
            <a:chOff x="0" y="0"/>
            <a:chExt cx="6361360" cy="5126990"/>
          </a:xfrm>
        </p:grpSpPr>
        <p:sp>
          <p:nvSpPr>
            <p:cNvPr id="41" name="Freeform 21"/>
            <p:cNvSpPr/>
            <p:nvPr/>
          </p:nvSpPr>
          <p:spPr>
            <a:xfrm>
              <a:off x="0" y="0"/>
              <a:ext cx="6361360" cy="5126990"/>
            </a:xfrm>
            <a:custGeom>
              <a:avLst/>
              <a:gdLst/>
              <a:ahLst/>
              <a:cxnLst/>
              <a:rect l="l" t="t" r="r" b="b"/>
              <a:pathLst>
                <a:path w="6361360" h="5126990">
                  <a:moveTo>
                    <a:pt x="3539420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39420" y="5126990"/>
                  </a:lnTo>
                  <a:lnTo>
                    <a:pt x="6361360" y="2564130"/>
                  </a:lnTo>
                  <a:close/>
                </a:path>
              </a:pathLst>
            </a:custGeom>
            <a:solidFill>
              <a:srgbClr val="4CB8B4"/>
            </a:solidFill>
          </p:spPr>
        </p:sp>
      </p:grpSp>
    </p:spTree>
    <p:extLst>
      <p:ext uri="{BB962C8B-B14F-4D97-AF65-F5344CB8AC3E}">
        <p14:creationId xmlns:p14="http://schemas.microsoft.com/office/powerpoint/2010/main" val="7650127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703512" y="980728"/>
            <a:ext cx="8856984" cy="4896544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57153" algn="just" latinLnBrk="0"/>
            <a:endParaRPr lang="en-US" sz="1400" b="1" dirty="0">
              <a:solidFill>
                <a:prstClr val="black">
                  <a:lumMod val="75000"/>
                  <a:lumOff val="25000"/>
                </a:prstClr>
              </a:solidFill>
              <a:latin typeface="Bookman Old Style" panose="02050604050505020204" pitchFamily="18" charset="0"/>
              <a:sym typeface="Wingdings" panose="05000000000000000000" pitchFamily="2" charset="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04309" y="507519"/>
            <a:ext cx="6274819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3360"/>
              </a:lnSpc>
            </a:pPr>
            <a:r>
              <a:rPr lang="en-US" sz="3200" spc="279" dirty="0" err="1" smtClean="0">
                <a:solidFill>
                  <a:srgbClr val="FF0000"/>
                </a:solidFill>
                <a:latin typeface="Franklin Gothic Medium Cond" pitchFamily="34" charset="0"/>
              </a:rPr>
              <a:t>Samsat</a:t>
            </a:r>
            <a:r>
              <a:rPr lang="en-US" sz="32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 BUMDES</a:t>
            </a:r>
            <a:endParaRPr lang="en-US" sz="3200" spc="279" dirty="0">
              <a:solidFill>
                <a:srgbClr val="FF0000"/>
              </a:solidFill>
              <a:latin typeface="Franklin Gothic Medium Cond" pitchFamily="34" charset="0"/>
            </a:endParaRPr>
          </a:p>
          <a:p>
            <a:pPr>
              <a:lnSpc>
                <a:spcPts val="3360"/>
              </a:lnSpc>
            </a:pPr>
            <a:endParaRPr lang="en-US" sz="32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800000" flipV="1">
            <a:off x="2022580" y="1117799"/>
            <a:ext cx="8127399" cy="7408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="" xmlns:a16="http://schemas.microsoft.com/office/drawing/2014/main" id="{6CCFE343-5F2B-472C-AAAD-6981A78B2535}"/>
              </a:ext>
            </a:extLst>
          </p:cNvPr>
          <p:cNvSpPr/>
          <p:nvPr/>
        </p:nvSpPr>
        <p:spPr>
          <a:xfrm>
            <a:off x="10066895" y="853388"/>
            <a:ext cx="493601" cy="518003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prstClr val="white"/>
              </a:solidFill>
            </a:endParaRPr>
          </a:p>
        </p:txBody>
      </p:sp>
      <p:pic>
        <p:nvPicPr>
          <p:cNvPr id="11" name="Picture 2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8757503">
            <a:off x="10659233" y="5256638"/>
            <a:ext cx="1308221" cy="1600270"/>
          </a:xfrm>
          <a:prstGeom prst="rect">
            <a:avLst/>
          </a:prstGeom>
        </p:spPr>
      </p:pic>
      <p:grpSp>
        <p:nvGrpSpPr>
          <p:cNvPr id="12" name="Group 10"/>
          <p:cNvGrpSpPr/>
          <p:nvPr/>
        </p:nvGrpSpPr>
        <p:grpSpPr>
          <a:xfrm>
            <a:off x="9528037" y="4706109"/>
            <a:ext cx="2472139" cy="2151891"/>
            <a:chOff x="-8" y="0"/>
            <a:chExt cx="13590363" cy="11191831"/>
          </a:xfrm>
        </p:grpSpPr>
        <p:grpSp>
          <p:nvGrpSpPr>
            <p:cNvPr id="13" name="Group 11"/>
            <p:cNvGrpSpPr>
              <a:grpSpLocks noChangeAspect="1"/>
            </p:cNvGrpSpPr>
            <p:nvPr/>
          </p:nvGrpSpPr>
          <p:grpSpPr>
            <a:xfrm>
              <a:off x="-8" y="0"/>
              <a:ext cx="11191831" cy="11191831"/>
              <a:chOff x="-2" y="0"/>
              <a:chExt cx="2787650" cy="2787650"/>
            </a:xfrm>
          </p:grpSpPr>
          <p:sp>
            <p:nvSpPr>
              <p:cNvPr id="16" name="Freeform 12"/>
              <p:cNvSpPr/>
              <p:nvPr/>
            </p:nvSpPr>
            <p:spPr>
              <a:xfrm>
                <a:off x="-2" y="0"/>
                <a:ext cx="2787650" cy="2787650"/>
              </a:xfrm>
              <a:custGeom>
                <a:avLst/>
                <a:gdLst/>
                <a:ahLst/>
                <a:cxnLst/>
                <a:rect l="l" t="t" r="r" b="b"/>
                <a:pathLst>
                  <a:path w="2787650" h="2787650">
                    <a:moveTo>
                      <a:pt x="81280" y="1861820"/>
                    </a:moveTo>
                    <a:cubicBezTo>
                      <a:pt x="73660" y="1841500"/>
                      <a:pt x="67310" y="1819910"/>
                      <a:pt x="60960" y="1799590"/>
                    </a:cubicBezTo>
                    <a:lnTo>
                      <a:pt x="1800860" y="59690"/>
                    </a:lnTo>
                    <a:cubicBezTo>
                      <a:pt x="1821180" y="66040"/>
                      <a:pt x="1842770" y="72390"/>
                      <a:pt x="1863090" y="80010"/>
                    </a:cubicBezTo>
                    <a:lnTo>
                      <a:pt x="81280" y="1861820"/>
                    </a:lnTo>
                    <a:close/>
                    <a:moveTo>
                      <a:pt x="1597660" y="15240"/>
                    </a:moveTo>
                    <a:cubicBezTo>
                      <a:pt x="1573530" y="11430"/>
                      <a:pt x="1548130" y="8890"/>
                      <a:pt x="1524000" y="6350"/>
                    </a:cubicBezTo>
                    <a:lnTo>
                      <a:pt x="6350" y="1524000"/>
                    </a:lnTo>
                    <a:cubicBezTo>
                      <a:pt x="8890" y="1548130"/>
                      <a:pt x="11430" y="1573530"/>
                      <a:pt x="15240" y="1597660"/>
                    </a:cubicBezTo>
                    <a:lnTo>
                      <a:pt x="1597660" y="15240"/>
                    </a:lnTo>
                    <a:close/>
                    <a:moveTo>
                      <a:pt x="2189480" y="248920"/>
                    </a:moveTo>
                    <a:cubicBezTo>
                      <a:pt x="2172970" y="237490"/>
                      <a:pt x="2156460" y="226060"/>
                      <a:pt x="2139950" y="215900"/>
                    </a:cubicBezTo>
                    <a:lnTo>
                      <a:pt x="215900" y="2139950"/>
                    </a:lnTo>
                    <a:cubicBezTo>
                      <a:pt x="226060" y="2156460"/>
                      <a:pt x="237490" y="2172970"/>
                      <a:pt x="248920" y="2189480"/>
                    </a:cubicBezTo>
                    <a:lnTo>
                      <a:pt x="2189480" y="248920"/>
                    </a:lnTo>
                    <a:close/>
                    <a:moveTo>
                      <a:pt x="1979930" y="128270"/>
                    </a:moveTo>
                    <a:cubicBezTo>
                      <a:pt x="1960880" y="119380"/>
                      <a:pt x="1941830" y="110490"/>
                      <a:pt x="1922780" y="102870"/>
                    </a:cubicBezTo>
                    <a:lnTo>
                      <a:pt x="104140" y="1921510"/>
                    </a:lnTo>
                    <a:cubicBezTo>
                      <a:pt x="111760" y="1940560"/>
                      <a:pt x="120650" y="1959610"/>
                      <a:pt x="129540" y="1978660"/>
                    </a:cubicBezTo>
                    <a:lnTo>
                      <a:pt x="1979930" y="128270"/>
                    </a:lnTo>
                    <a:close/>
                    <a:moveTo>
                      <a:pt x="2087880" y="185420"/>
                    </a:moveTo>
                    <a:cubicBezTo>
                      <a:pt x="2070100" y="175260"/>
                      <a:pt x="2052320" y="165100"/>
                      <a:pt x="2034540" y="156210"/>
                    </a:cubicBezTo>
                    <a:lnTo>
                      <a:pt x="154940" y="2035810"/>
                    </a:lnTo>
                    <a:cubicBezTo>
                      <a:pt x="163830" y="2053590"/>
                      <a:pt x="173990" y="2071370"/>
                      <a:pt x="184150" y="2089150"/>
                    </a:cubicBezTo>
                    <a:lnTo>
                      <a:pt x="2087880" y="185420"/>
                    </a:lnTo>
                    <a:close/>
                    <a:moveTo>
                      <a:pt x="834390" y="116840"/>
                    </a:moveTo>
                    <a:cubicBezTo>
                      <a:pt x="774700" y="143510"/>
                      <a:pt x="716280" y="173990"/>
                      <a:pt x="660400" y="208280"/>
                    </a:cubicBezTo>
                    <a:lnTo>
                      <a:pt x="208280" y="660400"/>
                    </a:lnTo>
                    <a:cubicBezTo>
                      <a:pt x="172720" y="716280"/>
                      <a:pt x="142240" y="774700"/>
                      <a:pt x="116840" y="834390"/>
                    </a:cubicBezTo>
                    <a:lnTo>
                      <a:pt x="834390" y="116840"/>
                    </a:lnTo>
                    <a:close/>
                    <a:moveTo>
                      <a:pt x="1363980" y="0"/>
                    </a:moveTo>
                    <a:lnTo>
                      <a:pt x="0" y="1363980"/>
                    </a:lnTo>
                    <a:cubicBezTo>
                      <a:pt x="0" y="1391920"/>
                      <a:pt x="0" y="1418590"/>
                      <a:pt x="1270" y="1446530"/>
                    </a:cubicBezTo>
                    <a:lnTo>
                      <a:pt x="1445260" y="1270"/>
                    </a:lnTo>
                    <a:cubicBezTo>
                      <a:pt x="1418590" y="0"/>
                      <a:pt x="1390650" y="0"/>
                      <a:pt x="1363980" y="0"/>
                    </a:cubicBezTo>
                    <a:close/>
                    <a:moveTo>
                      <a:pt x="2787650" y="1386840"/>
                    </a:moveTo>
                    <a:lnTo>
                      <a:pt x="1386840" y="2787650"/>
                    </a:lnTo>
                    <a:cubicBezTo>
                      <a:pt x="1414780" y="2787650"/>
                      <a:pt x="1443990" y="2787650"/>
                      <a:pt x="1471930" y="2785110"/>
                    </a:cubicBezTo>
                    <a:lnTo>
                      <a:pt x="2785110" y="1471930"/>
                    </a:lnTo>
                    <a:cubicBezTo>
                      <a:pt x="2786380" y="1443990"/>
                      <a:pt x="2787650" y="1414780"/>
                      <a:pt x="2787650" y="1386840"/>
                    </a:cubicBezTo>
                    <a:close/>
                    <a:moveTo>
                      <a:pt x="2283460" y="321310"/>
                    </a:moveTo>
                    <a:cubicBezTo>
                      <a:pt x="2268220" y="308610"/>
                      <a:pt x="2252980" y="295910"/>
                      <a:pt x="2237740" y="284480"/>
                    </a:cubicBezTo>
                    <a:lnTo>
                      <a:pt x="284480" y="2237740"/>
                    </a:lnTo>
                    <a:cubicBezTo>
                      <a:pt x="295910" y="2252980"/>
                      <a:pt x="308610" y="2268220"/>
                      <a:pt x="321310" y="2283460"/>
                    </a:cubicBezTo>
                    <a:lnTo>
                      <a:pt x="2283460" y="321310"/>
                    </a:lnTo>
                    <a:close/>
                    <a:moveTo>
                      <a:pt x="1276350" y="5080"/>
                    </a:moveTo>
                    <a:cubicBezTo>
                      <a:pt x="1244600" y="7620"/>
                      <a:pt x="1214120" y="11430"/>
                      <a:pt x="1182370" y="16510"/>
                    </a:cubicBezTo>
                    <a:lnTo>
                      <a:pt x="16510" y="1182370"/>
                    </a:lnTo>
                    <a:cubicBezTo>
                      <a:pt x="11430" y="1214120"/>
                      <a:pt x="7620" y="1244600"/>
                      <a:pt x="5080" y="1276350"/>
                    </a:cubicBezTo>
                    <a:lnTo>
                      <a:pt x="1276350" y="5080"/>
                    </a:lnTo>
                    <a:close/>
                    <a:moveTo>
                      <a:pt x="1080770" y="35560"/>
                    </a:moveTo>
                    <a:cubicBezTo>
                      <a:pt x="1042670" y="44450"/>
                      <a:pt x="1004570" y="54610"/>
                      <a:pt x="966470" y="67310"/>
                    </a:cubicBezTo>
                    <a:lnTo>
                      <a:pt x="66040" y="966470"/>
                    </a:lnTo>
                    <a:cubicBezTo>
                      <a:pt x="54610" y="1004570"/>
                      <a:pt x="43180" y="1041400"/>
                      <a:pt x="34290" y="1080770"/>
                    </a:cubicBezTo>
                    <a:lnTo>
                      <a:pt x="1080770" y="35560"/>
                    </a:lnTo>
                    <a:close/>
                    <a:moveTo>
                      <a:pt x="1734820" y="41910"/>
                    </a:moveTo>
                    <a:cubicBezTo>
                      <a:pt x="1711960" y="36830"/>
                      <a:pt x="1690370" y="31750"/>
                      <a:pt x="1667510" y="26670"/>
                    </a:cubicBezTo>
                    <a:lnTo>
                      <a:pt x="26670" y="1667510"/>
                    </a:lnTo>
                    <a:cubicBezTo>
                      <a:pt x="31750" y="1690370"/>
                      <a:pt x="36830" y="1711960"/>
                      <a:pt x="41910" y="1734820"/>
                    </a:cubicBezTo>
                    <a:lnTo>
                      <a:pt x="1734820" y="41910"/>
                    </a:lnTo>
                    <a:close/>
                    <a:moveTo>
                      <a:pt x="2762250" y="1659890"/>
                    </a:moveTo>
                    <a:cubicBezTo>
                      <a:pt x="2768600" y="1626870"/>
                      <a:pt x="2773680" y="1595120"/>
                      <a:pt x="2777490" y="1562100"/>
                    </a:cubicBezTo>
                    <a:lnTo>
                      <a:pt x="1562100" y="2777490"/>
                    </a:lnTo>
                    <a:cubicBezTo>
                      <a:pt x="1595120" y="2773680"/>
                      <a:pt x="1628140" y="2768600"/>
                      <a:pt x="1659890" y="2762250"/>
                    </a:cubicBezTo>
                    <a:lnTo>
                      <a:pt x="2762250" y="1659890"/>
                    </a:lnTo>
                    <a:close/>
                    <a:moveTo>
                      <a:pt x="2785110" y="1306830"/>
                    </a:moveTo>
                    <a:cubicBezTo>
                      <a:pt x="2783840" y="1281430"/>
                      <a:pt x="2781300" y="1256030"/>
                      <a:pt x="2778760" y="1230630"/>
                    </a:cubicBezTo>
                    <a:lnTo>
                      <a:pt x="1230630" y="2777490"/>
                    </a:lnTo>
                    <a:cubicBezTo>
                      <a:pt x="1256030" y="2780030"/>
                      <a:pt x="1281430" y="2782570"/>
                      <a:pt x="1306830" y="2783840"/>
                    </a:cubicBezTo>
                    <a:lnTo>
                      <a:pt x="2785110" y="1306830"/>
                    </a:lnTo>
                    <a:close/>
                    <a:moveTo>
                      <a:pt x="2767330" y="1158240"/>
                    </a:moveTo>
                    <a:cubicBezTo>
                      <a:pt x="2763520" y="1135380"/>
                      <a:pt x="2758440" y="1112520"/>
                      <a:pt x="2753360" y="1089660"/>
                    </a:cubicBezTo>
                    <a:lnTo>
                      <a:pt x="1088390" y="2753360"/>
                    </a:lnTo>
                    <a:cubicBezTo>
                      <a:pt x="1111250" y="2758440"/>
                      <a:pt x="1134110" y="2763520"/>
                      <a:pt x="1156970" y="2767330"/>
                    </a:cubicBezTo>
                    <a:lnTo>
                      <a:pt x="2767330" y="1158240"/>
                    </a:lnTo>
                    <a:close/>
                    <a:moveTo>
                      <a:pt x="2369820" y="398780"/>
                    </a:moveTo>
                    <a:cubicBezTo>
                      <a:pt x="2355850" y="384810"/>
                      <a:pt x="2341880" y="372110"/>
                      <a:pt x="2327910" y="358140"/>
                    </a:cubicBezTo>
                    <a:lnTo>
                      <a:pt x="359410" y="2326640"/>
                    </a:lnTo>
                    <a:cubicBezTo>
                      <a:pt x="372110" y="2340610"/>
                      <a:pt x="386080" y="2354580"/>
                      <a:pt x="400050" y="2368550"/>
                    </a:cubicBezTo>
                    <a:lnTo>
                      <a:pt x="2369820" y="398780"/>
                    </a:lnTo>
                    <a:close/>
                    <a:moveTo>
                      <a:pt x="2451100" y="2301240"/>
                    </a:moveTo>
                    <a:cubicBezTo>
                      <a:pt x="2520950" y="2219960"/>
                      <a:pt x="2579370" y="2133600"/>
                      <a:pt x="2627630" y="2042160"/>
                    </a:cubicBezTo>
                    <a:lnTo>
                      <a:pt x="2042160" y="2627630"/>
                    </a:lnTo>
                    <a:cubicBezTo>
                      <a:pt x="2133600" y="2579370"/>
                      <a:pt x="2219960" y="2520950"/>
                      <a:pt x="2301240" y="2451100"/>
                    </a:cubicBezTo>
                    <a:lnTo>
                      <a:pt x="2451100" y="2301240"/>
                    </a:lnTo>
                    <a:close/>
                    <a:moveTo>
                      <a:pt x="2736850" y="1023620"/>
                    </a:moveTo>
                    <a:cubicBezTo>
                      <a:pt x="2730500" y="1002030"/>
                      <a:pt x="2724150" y="981710"/>
                      <a:pt x="2717800" y="960120"/>
                    </a:cubicBezTo>
                    <a:lnTo>
                      <a:pt x="960120" y="2717800"/>
                    </a:lnTo>
                    <a:cubicBezTo>
                      <a:pt x="981710" y="2724150"/>
                      <a:pt x="1002030" y="2730500"/>
                      <a:pt x="1023620" y="2736850"/>
                    </a:cubicBezTo>
                    <a:lnTo>
                      <a:pt x="2736850" y="1023620"/>
                    </a:lnTo>
                    <a:close/>
                    <a:moveTo>
                      <a:pt x="2696210" y="1892300"/>
                    </a:moveTo>
                    <a:cubicBezTo>
                      <a:pt x="2711450" y="1851660"/>
                      <a:pt x="2725420" y="1811020"/>
                      <a:pt x="2736850" y="1769110"/>
                    </a:cubicBezTo>
                    <a:lnTo>
                      <a:pt x="1769110" y="2736850"/>
                    </a:lnTo>
                    <a:cubicBezTo>
                      <a:pt x="1811020" y="2725420"/>
                      <a:pt x="1851660" y="2711450"/>
                      <a:pt x="1892300" y="2696210"/>
                    </a:cubicBezTo>
                    <a:lnTo>
                      <a:pt x="2696210" y="1892300"/>
                    </a:lnTo>
                    <a:close/>
                    <a:moveTo>
                      <a:pt x="2523490" y="576580"/>
                    </a:moveTo>
                    <a:cubicBezTo>
                      <a:pt x="2512060" y="561340"/>
                      <a:pt x="2500630" y="544830"/>
                      <a:pt x="2487930" y="529590"/>
                    </a:cubicBezTo>
                    <a:lnTo>
                      <a:pt x="529590" y="2486660"/>
                    </a:lnTo>
                    <a:cubicBezTo>
                      <a:pt x="544830" y="2499360"/>
                      <a:pt x="561340" y="2510790"/>
                      <a:pt x="576580" y="2522220"/>
                    </a:cubicBezTo>
                    <a:lnTo>
                      <a:pt x="2523490" y="576580"/>
                    </a:lnTo>
                    <a:close/>
                    <a:moveTo>
                      <a:pt x="2696210" y="899160"/>
                    </a:moveTo>
                    <a:cubicBezTo>
                      <a:pt x="2688590" y="878840"/>
                      <a:pt x="2680970" y="859790"/>
                      <a:pt x="2672080" y="840740"/>
                    </a:cubicBezTo>
                    <a:lnTo>
                      <a:pt x="839470" y="2673350"/>
                    </a:lnTo>
                    <a:cubicBezTo>
                      <a:pt x="858520" y="2682240"/>
                      <a:pt x="878840" y="2689860"/>
                      <a:pt x="897890" y="2697480"/>
                    </a:cubicBezTo>
                    <a:lnTo>
                      <a:pt x="2696210" y="899160"/>
                    </a:lnTo>
                    <a:close/>
                    <a:moveTo>
                      <a:pt x="2449830" y="483870"/>
                    </a:moveTo>
                    <a:cubicBezTo>
                      <a:pt x="2437130" y="468630"/>
                      <a:pt x="2424430" y="454660"/>
                      <a:pt x="2410460" y="440690"/>
                    </a:cubicBezTo>
                    <a:lnTo>
                      <a:pt x="440690" y="2410460"/>
                    </a:lnTo>
                    <a:cubicBezTo>
                      <a:pt x="454660" y="2424430"/>
                      <a:pt x="469900" y="2437130"/>
                      <a:pt x="483870" y="2449830"/>
                    </a:cubicBezTo>
                    <a:lnTo>
                      <a:pt x="2449830" y="483870"/>
                    </a:lnTo>
                    <a:close/>
                    <a:moveTo>
                      <a:pt x="2588260" y="675640"/>
                    </a:moveTo>
                    <a:cubicBezTo>
                      <a:pt x="2578100" y="659130"/>
                      <a:pt x="2567940" y="641350"/>
                      <a:pt x="2556510" y="624840"/>
                    </a:cubicBezTo>
                    <a:lnTo>
                      <a:pt x="624840" y="2556510"/>
                    </a:lnTo>
                    <a:cubicBezTo>
                      <a:pt x="641350" y="2567940"/>
                      <a:pt x="657860" y="2578100"/>
                      <a:pt x="675640" y="2588260"/>
                    </a:cubicBezTo>
                    <a:lnTo>
                      <a:pt x="2588260" y="675640"/>
                    </a:lnTo>
                    <a:close/>
                    <a:moveTo>
                      <a:pt x="2646680" y="783590"/>
                    </a:moveTo>
                    <a:cubicBezTo>
                      <a:pt x="2637790" y="765810"/>
                      <a:pt x="2628900" y="746760"/>
                      <a:pt x="2618740" y="728980"/>
                    </a:cubicBezTo>
                    <a:lnTo>
                      <a:pt x="728980" y="2618740"/>
                    </a:lnTo>
                    <a:cubicBezTo>
                      <a:pt x="746760" y="2628900"/>
                      <a:pt x="764540" y="2637790"/>
                      <a:pt x="783590" y="2646680"/>
                    </a:cubicBezTo>
                    <a:lnTo>
                      <a:pt x="2646680" y="783590"/>
                    </a:lnTo>
                    <a:close/>
                  </a:path>
                </a:pathLst>
              </a:custGeom>
              <a:solidFill>
                <a:srgbClr val="F5FBF9"/>
              </a:solidFill>
            </p:spPr>
          </p:sp>
        </p:grpSp>
        <p:grpSp>
          <p:nvGrpSpPr>
            <p:cNvPr id="14" name="Group 13"/>
            <p:cNvGrpSpPr>
              <a:grpSpLocks noChangeAspect="1"/>
            </p:cNvGrpSpPr>
            <p:nvPr/>
          </p:nvGrpSpPr>
          <p:grpSpPr>
            <a:xfrm>
              <a:off x="2398524" y="0"/>
              <a:ext cx="11191831" cy="11191831"/>
              <a:chOff x="-2540" y="-2540"/>
              <a:chExt cx="6355080" cy="6355080"/>
            </a:xfrm>
          </p:grpSpPr>
          <p:sp>
            <p:nvSpPr>
              <p:cNvPr id="15" name="Freeform 14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2F5972"/>
              </a:solidFill>
            </p:spPr>
          </p:sp>
        </p:grpSp>
      </p:grpSp>
      <p:sp>
        <p:nvSpPr>
          <p:cNvPr id="3" name="Rectangle 2"/>
          <p:cNvSpPr/>
          <p:nvPr/>
        </p:nvSpPr>
        <p:spPr>
          <a:xfrm>
            <a:off x="1703512" y="2021320"/>
            <a:ext cx="8553762" cy="2964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Samsat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Bumdes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Digital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Mandiri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(SAMSAT BUDIMAN)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Aplikasi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pembayaran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Pajak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Kendaraan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Bermotor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berbasis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website yang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dioperasikan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oleh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petugas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bumdes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sendiri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SAMSAT BUDIMAN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menggunakan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NEW SAKPOLE,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sehingga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proses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bisnisnya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masih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Aplikasi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NEW SAKPOLE.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SAMSAT BUDIMAN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diimplementasikan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sampai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(14 Sept 2022)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 BUMDES yang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berada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Kabupaten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Grobogan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Bumdes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Cindelaras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Bumdes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Sugih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Makmur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Bumdes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Sidomukti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Rahayu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Bumdes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Rejo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Jaya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Makmur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D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4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6026" y="283733"/>
            <a:ext cx="7361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REALISASI ANGGARAN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SUBBID P2P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s.d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AGUSTUS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2022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" y="4752304"/>
            <a:ext cx="2485622" cy="2105696"/>
            <a:chOff x="5093457" y="2678807"/>
            <a:chExt cx="4709648" cy="3723835"/>
          </a:xfrm>
        </p:grpSpPr>
        <p:grpSp>
          <p:nvGrpSpPr>
            <p:cNvPr id="7" name="Group 6"/>
            <p:cNvGrpSpPr/>
            <p:nvPr/>
          </p:nvGrpSpPr>
          <p:grpSpPr>
            <a:xfrm>
              <a:off x="5093457" y="2678807"/>
              <a:ext cx="4709648" cy="3723835"/>
              <a:chOff x="2228055" y="1971102"/>
              <a:chExt cx="4575969" cy="3618138"/>
            </a:xfrm>
          </p:grpSpPr>
          <p:sp>
            <p:nvSpPr>
              <p:cNvPr id="11" name="Freeform 18"/>
              <p:cNvSpPr/>
              <p:nvPr/>
            </p:nvSpPr>
            <p:spPr bwMode="auto">
              <a:xfrm>
                <a:off x="2228055" y="1971102"/>
                <a:ext cx="3243960" cy="3618138"/>
              </a:xfrm>
              <a:custGeom>
                <a:avLst/>
                <a:gdLst/>
                <a:ahLst/>
                <a:cxnLst/>
                <a:rect l="l" t="t" r="r" b="b"/>
                <a:pathLst>
                  <a:path w="3243960" h="3618138">
                    <a:moveTo>
                      <a:pt x="1764407" y="0"/>
                    </a:moveTo>
                    <a:lnTo>
                      <a:pt x="1913381" y="1203"/>
                    </a:lnTo>
                    <a:lnTo>
                      <a:pt x="2053042" y="12022"/>
                    </a:lnTo>
                    <a:lnTo>
                      <a:pt x="2185723" y="30056"/>
                    </a:lnTo>
                    <a:lnTo>
                      <a:pt x="2312583" y="56506"/>
                    </a:lnTo>
                    <a:lnTo>
                      <a:pt x="2433624" y="88967"/>
                    </a:lnTo>
                    <a:lnTo>
                      <a:pt x="2545354" y="131046"/>
                    </a:lnTo>
                    <a:lnTo>
                      <a:pt x="2653593" y="176731"/>
                    </a:lnTo>
                    <a:lnTo>
                      <a:pt x="2752521" y="230833"/>
                    </a:lnTo>
                    <a:lnTo>
                      <a:pt x="2763561" y="238103"/>
                    </a:lnTo>
                    <a:lnTo>
                      <a:pt x="2764776" y="236609"/>
                    </a:lnTo>
                    <a:cubicBezTo>
                      <a:pt x="3318761" y="687035"/>
                      <a:pt x="3404939" y="1500322"/>
                      <a:pt x="2957653" y="2056846"/>
                    </a:cubicBezTo>
                    <a:lnTo>
                      <a:pt x="2794867" y="1926012"/>
                    </a:lnTo>
                    <a:cubicBezTo>
                      <a:pt x="3170184" y="1459033"/>
                      <a:pt x="3097872" y="776605"/>
                      <a:pt x="2633024" y="398652"/>
                    </a:cubicBezTo>
                    <a:lnTo>
                      <a:pt x="2635535" y="395564"/>
                    </a:lnTo>
                    <a:cubicBezTo>
                      <a:pt x="2458856" y="294299"/>
                      <a:pt x="2250796" y="159602"/>
                      <a:pt x="1912553" y="162771"/>
                    </a:cubicBezTo>
                    <a:cubicBezTo>
                      <a:pt x="1018501" y="171149"/>
                      <a:pt x="651082" y="745769"/>
                      <a:pt x="651082" y="1464934"/>
                    </a:cubicBezTo>
                    <a:cubicBezTo>
                      <a:pt x="651082" y="2065638"/>
                      <a:pt x="1045124" y="2571338"/>
                      <a:pt x="1581345" y="2720212"/>
                    </a:cubicBezTo>
                    <a:cubicBezTo>
                      <a:pt x="2189761" y="2865156"/>
                      <a:pt x="2916596" y="3085457"/>
                      <a:pt x="3019039" y="3381117"/>
                    </a:cubicBezTo>
                    <a:lnTo>
                      <a:pt x="3030682" y="3420409"/>
                    </a:lnTo>
                    <a:lnTo>
                      <a:pt x="3049304" y="3486532"/>
                    </a:lnTo>
                    <a:lnTo>
                      <a:pt x="3067926" y="3553859"/>
                    </a:lnTo>
                    <a:lnTo>
                      <a:pt x="3088874" y="3615173"/>
                    </a:lnTo>
                    <a:lnTo>
                      <a:pt x="3090086" y="3618138"/>
                    </a:lnTo>
                    <a:lnTo>
                      <a:pt x="1487028" y="3618138"/>
                    </a:lnTo>
                    <a:lnTo>
                      <a:pt x="1482754" y="3594736"/>
                    </a:lnTo>
                    <a:lnTo>
                      <a:pt x="1471115" y="3529813"/>
                    </a:lnTo>
                    <a:lnTo>
                      <a:pt x="1458312" y="3466094"/>
                    </a:lnTo>
                    <a:lnTo>
                      <a:pt x="1443182" y="3404780"/>
                    </a:lnTo>
                    <a:lnTo>
                      <a:pt x="1428052" y="3345869"/>
                    </a:lnTo>
                    <a:lnTo>
                      <a:pt x="1409430" y="3294173"/>
                    </a:lnTo>
                    <a:lnTo>
                      <a:pt x="1389645" y="3249689"/>
                    </a:lnTo>
                    <a:lnTo>
                      <a:pt x="1368696" y="3214824"/>
                    </a:lnTo>
                    <a:lnTo>
                      <a:pt x="1345419" y="3193183"/>
                    </a:lnTo>
                    <a:lnTo>
                      <a:pt x="1319814" y="3182363"/>
                    </a:lnTo>
                    <a:lnTo>
                      <a:pt x="1290717" y="3177554"/>
                    </a:lnTo>
                    <a:lnTo>
                      <a:pt x="1256965" y="3179958"/>
                    </a:lnTo>
                    <a:lnTo>
                      <a:pt x="1223213" y="3184767"/>
                    </a:lnTo>
                    <a:lnTo>
                      <a:pt x="1191790" y="3193183"/>
                    </a:lnTo>
                    <a:lnTo>
                      <a:pt x="1161529" y="3201598"/>
                    </a:lnTo>
                    <a:lnTo>
                      <a:pt x="1133597" y="3210015"/>
                    </a:lnTo>
                    <a:lnTo>
                      <a:pt x="1112647" y="3217228"/>
                    </a:lnTo>
                    <a:lnTo>
                      <a:pt x="1062602" y="3234059"/>
                    </a:lnTo>
                    <a:lnTo>
                      <a:pt x="1005573" y="3249689"/>
                    </a:lnTo>
                    <a:lnTo>
                      <a:pt x="941560" y="3262914"/>
                    </a:lnTo>
                    <a:lnTo>
                      <a:pt x="874056" y="3271330"/>
                    </a:lnTo>
                    <a:lnTo>
                      <a:pt x="806552" y="3278543"/>
                    </a:lnTo>
                    <a:lnTo>
                      <a:pt x="737886" y="3280948"/>
                    </a:lnTo>
                    <a:lnTo>
                      <a:pt x="672709" y="3276139"/>
                    </a:lnTo>
                    <a:lnTo>
                      <a:pt x="611025" y="3265318"/>
                    </a:lnTo>
                    <a:lnTo>
                      <a:pt x="577273" y="3256902"/>
                    </a:lnTo>
                    <a:lnTo>
                      <a:pt x="543521" y="3241274"/>
                    </a:lnTo>
                    <a:lnTo>
                      <a:pt x="509769" y="3223240"/>
                    </a:lnTo>
                    <a:lnTo>
                      <a:pt x="480674" y="3201598"/>
                    </a:lnTo>
                    <a:lnTo>
                      <a:pt x="450413" y="3175149"/>
                    </a:lnTo>
                    <a:lnTo>
                      <a:pt x="427136" y="3147498"/>
                    </a:lnTo>
                    <a:lnTo>
                      <a:pt x="410841" y="3112633"/>
                    </a:lnTo>
                    <a:lnTo>
                      <a:pt x="398039" y="3072958"/>
                    </a:lnTo>
                    <a:lnTo>
                      <a:pt x="393384" y="3029676"/>
                    </a:lnTo>
                    <a:lnTo>
                      <a:pt x="398039" y="2981586"/>
                    </a:lnTo>
                    <a:lnTo>
                      <a:pt x="403859" y="2947924"/>
                    </a:lnTo>
                    <a:lnTo>
                      <a:pt x="412006" y="2910653"/>
                    </a:lnTo>
                    <a:lnTo>
                      <a:pt x="421316" y="2872182"/>
                    </a:lnTo>
                    <a:lnTo>
                      <a:pt x="424808" y="2834911"/>
                    </a:lnTo>
                    <a:lnTo>
                      <a:pt x="424808" y="2795237"/>
                    </a:lnTo>
                    <a:lnTo>
                      <a:pt x="414333" y="2760372"/>
                    </a:lnTo>
                    <a:lnTo>
                      <a:pt x="403859" y="2741136"/>
                    </a:lnTo>
                    <a:lnTo>
                      <a:pt x="385236" y="2723102"/>
                    </a:lnTo>
                    <a:lnTo>
                      <a:pt x="365452" y="2709877"/>
                    </a:lnTo>
                    <a:lnTo>
                      <a:pt x="344502" y="2699057"/>
                    </a:lnTo>
                    <a:lnTo>
                      <a:pt x="323552" y="2683427"/>
                    </a:lnTo>
                    <a:lnTo>
                      <a:pt x="307259" y="2666596"/>
                    </a:lnTo>
                    <a:lnTo>
                      <a:pt x="294455" y="2644956"/>
                    </a:lnTo>
                    <a:lnTo>
                      <a:pt x="289800" y="2620911"/>
                    </a:lnTo>
                    <a:lnTo>
                      <a:pt x="292128" y="2596866"/>
                    </a:lnTo>
                    <a:lnTo>
                      <a:pt x="300275" y="2574023"/>
                    </a:lnTo>
                    <a:lnTo>
                      <a:pt x="310750" y="2554786"/>
                    </a:lnTo>
                    <a:lnTo>
                      <a:pt x="317733" y="2535551"/>
                    </a:lnTo>
                    <a:lnTo>
                      <a:pt x="283982" y="2511505"/>
                    </a:lnTo>
                    <a:lnTo>
                      <a:pt x="260703" y="2487461"/>
                    </a:lnTo>
                    <a:lnTo>
                      <a:pt x="247901" y="2463416"/>
                    </a:lnTo>
                    <a:lnTo>
                      <a:pt x="245574" y="2436966"/>
                    </a:lnTo>
                    <a:lnTo>
                      <a:pt x="249066" y="2412922"/>
                    </a:lnTo>
                    <a:lnTo>
                      <a:pt x="258376" y="2386471"/>
                    </a:lnTo>
                    <a:lnTo>
                      <a:pt x="271178" y="2360023"/>
                    </a:lnTo>
                    <a:lnTo>
                      <a:pt x="285145" y="2333572"/>
                    </a:lnTo>
                    <a:lnTo>
                      <a:pt x="297948" y="2305921"/>
                    </a:lnTo>
                    <a:lnTo>
                      <a:pt x="310750" y="2279471"/>
                    </a:lnTo>
                    <a:lnTo>
                      <a:pt x="317733" y="2250617"/>
                    </a:lnTo>
                    <a:lnTo>
                      <a:pt x="294455" y="2228976"/>
                    </a:lnTo>
                    <a:lnTo>
                      <a:pt x="261868" y="2212145"/>
                    </a:lnTo>
                    <a:lnTo>
                      <a:pt x="225789" y="2196515"/>
                    </a:lnTo>
                    <a:lnTo>
                      <a:pt x="188545" y="2183290"/>
                    </a:lnTo>
                    <a:lnTo>
                      <a:pt x="150138" y="2170066"/>
                    </a:lnTo>
                    <a:lnTo>
                      <a:pt x="111731" y="2156841"/>
                    </a:lnTo>
                    <a:lnTo>
                      <a:pt x="75651" y="2141212"/>
                    </a:lnTo>
                    <a:lnTo>
                      <a:pt x="46554" y="2124381"/>
                    </a:lnTo>
                    <a:lnTo>
                      <a:pt x="20950" y="2100335"/>
                    </a:lnTo>
                    <a:lnTo>
                      <a:pt x="5820" y="2071482"/>
                    </a:lnTo>
                    <a:lnTo>
                      <a:pt x="0" y="2041425"/>
                    </a:lnTo>
                    <a:lnTo>
                      <a:pt x="4656" y="2012571"/>
                    </a:lnTo>
                    <a:lnTo>
                      <a:pt x="15130" y="1986122"/>
                    </a:lnTo>
                    <a:lnTo>
                      <a:pt x="31424" y="1964481"/>
                    </a:lnTo>
                    <a:lnTo>
                      <a:pt x="51209" y="1942841"/>
                    </a:lnTo>
                    <a:lnTo>
                      <a:pt x="69831" y="1924807"/>
                    </a:lnTo>
                    <a:lnTo>
                      <a:pt x="84961" y="1910380"/>
                    </a:lnTo>
                    <a:lnTo>
                      <a:pt x="129188" y="1857481"/>
                    </a:lnTo>
                    <a:lnTo>
                      <a:pt x="175742" y="1809391"/>
                    </a:lnTo>
                    <a:lnTo>
                      <a:pt x="222297" y="1761301"/>
                    </a:lnTo>
                    <a:lnTo>
                      <a:pt x="266523" y="1708402"/>
                    </a:lnTo>
                    <a:lnTo>
                      <a:pt x="308423" y="1656704"/>
                    </a:lnTo>
                    <a:lnTo>
                      <a:pt x="346829" y="1597795"/>
                    </a:lnTo>
                    <a:lnTo>
                      <a:pt x="378254" y="1534075"/>
                    </a:lnTo>
                    <a:lnTo>
                      <a:pt x="395711" y="1481176"/>
                    </a:lnTo>
                    <a:lnTo>
                      <a:pt x="401531" y="1429479"/>
                    </a:lnTo>
                    <a:lnTo>
                      <a:pt x="401531" y="1374175"/>
                    </a:lnTo>
                    <a:cubicBezTo>
                      <a:pt x="401143" y="1354538"/>
                      <a:pt x="400754" y="1334901"/>
                      <a:pt x="400367" y="1315264"/>
                    </a:cubicBezTo>
                    <a:lnTo>
                      <a:pt x="398039" y="1256355"/>
                    </a:lnTo>
                    <a:lnTo>
                      <a:pt x="400367" y="1192635"/>
                    </a:lnTo>
                    <a:lnTo>
                      <a:pt x="406186" y="1125309"/>
                    </a:lnTo>
                    <a:lnTo>
                      <a:pt x="471362" y="847589"/>
                    </a:lnTo>
                    <a:lnTo>
                      <a:pt x="512097" y="746600"/>
                    </a:lnTo>
                    <a:lnTo>
                      <a:pt x="560979" y="652824"/>
                    </a:lnTo>
                    <a:lnTo>
                      <a:pt x="618008" y="565059"/>
                    </a:lnTo>
                    <a:lnTo>
                      <a:pt x="683184" y="482103"/>
                    </a:lnTo>
                    <a:lnTo>
                      <a:pt x="755343" y="406361"/>
                    </a:lnTo>
                    <a:lnTo>
                      <a:pt x="833322" y="336631"/>
                    </a:lnTo>
                    <a:lnTo>
                      <a:pt x="918283" y="272912"/>
                    </a:lnTo>
                    <a:lnTo>
                      <a:pt x="1006736" y="216405"/>
                    </a:lnTo>
                    <a:lnTo>
                      <a:pt x="1102172" y="165911"/>
                    </a:lnTo>
                    <a:lnTo>
                      <a:pt x="1199936" y="123832"/>
                    </a:lnTo>
                    <a:lnTo>
                      <a:pt x="1298864" y="86563"/>
                    </a:lnTo>
                    <a:lnTo>
                      <a:pt x="1631727" y="1082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 sz="2700" dirty="0"/>
              </a:p>
            </p:txBody>
          </p:sp>
          <p:grpSp>
            <p:nvGrpSpPr>
              <p:cNvPr id="12" name="Group 11"/>
              <p:cNvGrpSpPr/>
              <p:nvPr/>
            </p:nvGrpSpPr>
            <p:grpSpPr>
              <a:xfrm>
                <a:off x="4023554" y="4019367"/>
                <a:ext cx="1008112" cy="734938"/>
                <a:chOff x="3509379" y="4293096"/>
                <a:chExt cx="1008112" cy="734938"/>
              </a:xfrm>
            </p:grpSpPr>
            <p:sp>
              <p:nvSpPr>
                <p:cNvPr id="14" name="Rounded Rectangle 10"/>
                <p:cNvSpPr/>
                <p:nvPr/>
              </p:nvSpPr>
              <p:spPr>
                <a:xfrm>
                  <a:off x="3509379" y="4293096"/>
                  <a:ext cx="1008112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2">
                    <a:lumMod val="5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15" name="Rounded Rectangle 13"/>
                <p:cNvSpPr/>
                <p:nvPr/>
              </p:nvSpPr>
              <p:spPr>
                <a:xfrm>
                  <a:off x="3581435" y="4537695"/>
                  <a:ext cx="864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2">
                    <a:lumMod val="5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16" name="Chord 15"/>
                <p:cNvSpPr/>
                <p:nvPr/>
              </p:nvSpPr>
              <p:spPr>
                <a:xfrm>
                  <a:off x="3766973" y="4535109"/>
                  <a:ext cx="492925" cy="492925"/>
                </a:xfrm>
                <a:prstGeom prst="chord">
                  <a:avLst>
                    <a:gd name="adj1" fmla="val 21471232"/>
                    <a:gd name="adj2" fmla="val 10878117"/>
                  </a:avLst>
                </a:prstGeom>
                <a:solidFill>
                  <a:schemeClr val="tx2">
                    <a:lumMod val="5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  <p:sp>
            <p:nvSpPr>
              <p:cNvPr id="13" name="Freeform 18"/>
              <p:cNvSpPr/>
              <p:nvPr/>
            </p:nvSpPr>
            <p:spPr bwMode="auto">
              <a:xfrm flipH="1">
                <a:off x="3560064" y="1971102"/>
                <a:ext cx="3243960" cy="3618138"/>
              </a:xfrm>
              <a:custGeom>
                <a:avLst/>
                <a:gdLst/>
                <a:ahLst/>
                <a:cxnLst/>
                <a:rect l="l" t="t" r="r" b="b"/>
                <a:pathLst>
                  <a:path w="3243960" h="3618138">
                    <a:moveTo>
                      <a:pt x="1764407" y="0"/>
                    </a:moveTo>
                    <a:lnTo>
                      <a:pt x="1631727" y="10821"/>
                    </a:lnTo>
                    <a:lnTo>
                      <a:pt x="1298864" y="86563"/>
                    </a:lnTo>
                    <a:lnTo>
                      <a:pt x="1199936" y="123832"/>
                    </a:lnTo>
                    <a:lnTo>
                      <a:pt x="1102172" y="165911"/>
                    </a:lnTo>
                    <a:lnTo>
                      <a:pt x="1006736" y="216405"/>
                    </a:lnTo>
                    <a:lnTo>
                      <a:pt x="918283" y="272912"/>
                    </a:lnTo>
                    <a:lnTo>
                      <a:pt x="833322" y="336631"/>
                    </a:lnTo>
                    <a:lnTo>
                      <a:pt x="755343" y="406361"/>
                    </a:lnTo>
                    <a:lnTo>
                      <a:pt x="683184" y="482103"/>
                    </a:lnTo>
                    <a:lnTo>
                      <a:pt x="618008" y="565059"/>
                    </a:lnTo>
                    <a:lnTo>
                      <a:pt x="560979" y="652824"/>
                    </a:lnTo>
                    <a:lnTo>
                      <a:pt x="512097" y="746600"/>
                    </a:lnTo>
                    <a:lnTo>
                      <a:pt x="471362" y="847589"/>
                    </a:lnTo>
                    <a:lnTo>
                      <a:pt x="406186" y="1125309"/>
                    </a:lnTo>
                    <a:lnTo>
                      <a:pt x="400367" y="1192635"/>
                    </a:lnTo>
                    <a:lnTo>
                      <a:pt x="398039" y="1256355"/>
                    </a:lnTo>
                    <a:lnTo>
                      <a:pt x="400367" y="1315264"/>
                    </a:lnTo>
                    <a:cubicBezTo>
                      <a:pt x="400754" y="1334901"/>
                      <a:pt x="401143" y="1354538"/>
                      <a:pt x="401531" y="1374175"/>
                    </a:cubicBezTo>
                    <a:lnTo>
                      <a:pt x="401531" y="1429479"/>
                    </a:lnTo>
                    <a:lnTo>
                      <a:pt x="395711" y="1481176"/>
                    </a:lnTo>
                    <a:lnTo>
                      <a:pt x="378254" y="1534075"/>
                    </a:lnTo>
                    <a:lnTo>
                      <a:pt x="346829" y="1597795"/>
                    </a:lnTo>
                    <a:lnTo>
                      <a:pt x="308423" y="1656704"/>
                    </a:lnTo>
                    <a:lnTo>
                      <a:pt x="266523" y="1708402"/>
                    </a:lnTo>
                    <a:lnTo>
                      <a:pt x="222297" y="1761301"/>
                    </a:lnTo>
                    <a:lnTo>
                      <a:pt x="175742" y="1809391"/>
                    </a:lnTo>
                    <a:lnTo>
                      <a:pt x="129188" y="1857481"/>
                    </a:lnTo>
                    <a:lnTo>
                      <a:pt x="84961" y="1910380"/>
                    </a:lnTo>
                    <a:lnTo>
                      <a:pt x="69831" y="1924807"/>
                    </a:lnTo>
                    <a:lnTo>
                      <a:pt x="51209" y="1942841"/>
                    </a:lnTo>
                    <a:lnTo>
                      <a:pt x="31424" y="1964481"/>
                    </a:lnTo>
                    <a:lnTo>
                      <a:pt x="15130" y="1986122"/>
                    </a:lnTo>
                    <a:lnTo>
                      <a:pt x="4656" y="2012571"/>
                    </a:lnTo>
                    <a:lnTo>
                      <a:pt x="0" y="2041425"/>
                    </a:lnTo>
                    <a:lnTo>
                      <a:pt x="5820" y="2071482"/>
                    </a:lnTo>
                    <a:lnTo>
                      <a:pt x="20950" y="2100335"/>
                    </a:lnTo>
                    <a:lnTo>
                      <a:pt x="46554" y="2124381"/>
                    </a:lnTo>
                    <a:lnTo>
                      <a:pt x="75651" y="2141212"/>
                    </a:lnTo>
                    <a:lnTo>
                      <a:pt x="111731" y="2156841"/>
                    </a:lnTo>
                    <a:lnTo>
                      <a:pt x="150138" y="2170066"/>
                    </a:lnTo>
                    <a:lnTo>
                      <a:pt x="188545" y="2183290"/>
                    </a:lnTo>
                    <a:lnTo>
                      <a:pt x="225789" y="2196515"/>
                    </a:lnTo>
                    <a:lnTo>
                      <a:pt x="261868" y="2212145"/>
                    </a:lnTo>
                    <a:lnTo>
                      <a:pt x="294455" y="2228976"/>
                    </a:lnTo>
                    <a:lnTo>
                      <a:pt x="317733" y="2250617"/>
                    </a:lnTo>
                    <a:lnTo>
                      <a:pt x="310750" y="2279471"/>
                    </a:lnTo>
                    <a:lnTo>
                      <a:pt x="297948" y="2305921"/>
                    </a:lnTo>
                    <a:lnTo>
                      <a:pt x="285145" y="2333572"/>
                    </a:lnTo>
                    <a:lnTo>
                      <a:pt x="271178" y="2360023"/>
                    </a:lnTo>
                    <a:lnTo>
                      <a:pt x="258376" y="2386471"/>
                    </a:lnTo>
                    <a:lnTo>
                      <a:pt x="249066" y="2412922"/>
                    </a:lnTo>
                    <a:lnTo>
                      <a:pt x="245574" y="2436966"/>
                    </a:lnTo>
                    <a:lnTo>
                      <a:pt x="247901" y="2463416"/>
                    </a:lnTo>
                    <a:lnTo>
                      <a:pt x="260703" y="2487461"/>
                    </a:lnTo>
                    <a:lnTo>
                      <a:pt x="283982" y="2511505"/>
                    </a:lnTo>
                    <a:lnTo>
                      <a:pt x="317733" y="2535551"/>
                    </a:lnTo>
                    <a:lnTo>
                      <a:pt x="310750" y="2554786"/>
                    </a:lnTo>
                    <a:lnTo>
                      <a:pt x="300275" y="2574023"/>
                    </a:lnTo>
                    <a:lnTo>
                      <a:pt x="292128" y="2596866"/>
                    </a:lnTo>
                    <a:lnTo>
                      <a:pt x="289800" y="2620911"/>
                    </a:lnTo>
                    <a:lnTo>
                      <a:pt x="294455" y="2644956"/>
                    </a:lnTo>
                    <a:lnTo>
                      <a:pt x="307259" y="2666596"/>
                    </a:lnTo>
                    <a:lnTo>
                      <a:pt x="323552" y="2683427"/>
                    </a:lnTo>
                    <a:lnTo>
                      <a:pt x="344502" y="2699057"/>
                    </a:lnTo>
                    <a:lnTo>
                      <a:pt x="365452" y="2709877"/>
                    </a:lnTo>
                    <a:lnTo>
                      <a:pt x="385236" y="2723102"/>
                    </a:lnTo>
                    <a:lnTo>
                      <a:pt x="403859" y="2741136"/>
                    </a:lnTo>
                    <a:lnTo>
                      <a:pt x="414333" y="2760372"/>
                    </a:lnTo>
                    <a:lnTo>
                      <a:pt x="424808" y="2795237"/>
                    </a:lnTo>
                    <a:lnTo>
                      <a:pt x="424808" y="2834911"/>
                    </a:lnTo>
                    <a:lnTo>
                      <a:pt x="421316" y="2872182"/>
                    </a:lnTo>
                    <a:lnTo>
                      <a:pt x="412006" y="2910653"/>
                    </a:lnTo>
                    <a:lnTo>
                      <a:pt x="403859" y="2947924"/>
                    </a:lnTo>
                    <a:lnTo>
                      <a:pt x="398039" y="2981586"/>
                    </a:lnTo>
                    <a:lnTo>
                      <a:pt x="393384" y="3029676"/>
                    </a:lnTo>
                    <a:lnTo>
                      <a:pt x="398039" y="3072958"/>
                    </a:lnTo>
                    <a:lnTo>
                      <a:pt x="410841" y="3112633"/>
                    </a:lnTo>
                    <a:lnTo>
                      <a:pt x="427136" y="3147498"/>
                    </a:lnTo>
                    <a:lnTo>
                      <a:pt x="450413" y="3175149"/>
                    </a:lnTo>
                    <a:lnTo>
                      <a:pt x="480674" y="3201598"/>
                    </a:lnTo>
                    <a:lnTo>
                      <a:pt x="509769" y="3223240"/>
                    </a:lnTo>
                    <a:lnTo>
                      <a:pt x="543521" y="3241274"/>
                    </a:lnTo>
                    <a:lnTo>
                      <a:pt x="577273" y="3256902"/>
                    </a:lnTo>
                    <a:lnTo>
                      <a:pt x="611025" y="3265318"/>
                    </a:lnTo>
                    <a:lnTo>
                      <a:pt x="672709" y="3276139"/>
                    </a:lnTo>
                    <a:lnTo>
                      <a:pt x="737886" y="3280948"/>
                    </a:lnTo>
                    <a:lnTo>
                      <a:pt x="806552" y="3278543"/>
                    </a:lnTo>
                    <a:lnTo>
                      <a:pt x="874056" y="3271330"/>
                    </a:lnTo>
                    <a:lnTo>
                      <a:pt x="941560" y="3262914"/>
                    </a:lnTo>
                    <a:lnTo>
                      <a:pt x="1005573" y="3249689"/>
                    </a:lnTo>
                    <a:lnTo>
                      <a:pt x="1062602" y="3234059"/>
                    </a:lnTo>
                    <a:lnTo>
                      <a:pt x="1112647" y="3217228"/>
                    </a:lnTo>
                    <a:lnTo>
                      <a:pt x="1133597" y="3210015"/>
                    </a:lnTo>
                    <a:lnTo>
                      <a:pt x="1161529" y="3201598"/>
                    </a:lnTo>
                    <a:lnTo>
                      <a:pt x="1191790" y="3193183"/>
                    </a:lnTo>
                    <a:lnTo>
                      <a:pt x="1223213" y="3184767"/>
                    </a:lnTo>
                    <a:lnTo>
                      <a:pt x="1256965" y="3179958"/>
                    </a:lnTo>
                    <a:lnTo>
                      <a:pt x="1290717" y="3177554"/>
                    </a:lnTo>
                    <a:lnTo>
                      <a:pt x="1319814" y="3182363"/>
                    </a:lnTo>
                    <a:lnTo>
                      <a:pt x="1345419" y="3193183"/>
                    </a:lnTo>
                    <a:lnTo>
                      <a:pt x="1368696" y="3214824"/>
                    </a:lnTo>
                    <a:lnTo>
                      <a:pt x="1389645" y="3249689"/>
                    </a:lnTo>
                    <a:lnTo>
                      <a:pt x="1409430" y="3294173"/>
                    </a:lnTo>
                    <a:lnTo>
                      <a:pt x="1428052" y="3345869"/>
                    </a:lnTo>
                    <a:lnTo>
                      <a:pt x="1443182" y="3404780"/>
                    </a:lnTo>
                    <a:lnTo>
                      <a:pt x="1458312" y="3466094"/>
                    </a:lnTo>
                    <a:lnTo>
                      <a:pt x="1471115" y="3529813"/>
                    </a:lnTo>
                    <a:lnTo>
                      <a:pt x="1482754" y="3594736"/>
                    </a:lnTo>
                    <a:lnTo>
                      <a:pt x="1487029" y="3618138"/>
                    </a:lnTo>
                    <a:lnTo>
                      <a:pt x="3090086" y="3618138"/>
                    </a:lnTo>
                    <a:lnTo>
                      <a:pt x="3088874" y="3615173"/>
                    </a:lnTo>
                    <a:lnTo>
                      <a:pt x="3067926" y="3553859"/>
                    </a:lnTo>
                    <a:lnTo>
                      <a:pt x="3049304" y="3486532"/>
                    </a:lnTo>
                    <a:lnTo>
                      <a:pt x="3030682" y="3420409"/>
                    </a:lnTo>
                    <a:lnTo>
                      <a:pt x="3019039" y="3381117"/>
                    </a:lnTo>
                    <a:cubicBezTo>
                      <a:pt x="2916596" y="3085457"/>
                      <a:pt x="2189761" y="2865156"/>
                      <a:pt x="1581345" y="2720212"/>
                    </a:cubicBezTo>
                    <a:cubicBezTo>
                      <a:pt x="1045124" y="2571338"/>
                      <a:pt x="651082" y="2065638"/>
                      <a:pt x="651082" y="1464934"/>
                    </a:cubicBezTo>
                    <a:cubicBezTo>
                      <a:pt x="651082" y="745769"/>
                      <a:pt x="1018501" y="171149"/>
                      <a:pt x="1912553" y="162771"/>
                    </a:cubicBezTo>
                    <a:cubicBezTo>
                      <a:pt x="2250796" y="159602"/>
                      <a:pt x="2458856" y="294299"/>
                      <a:pt x="2635535" y="395564"/>
                    </a:cubicBezTo>
                    <a:lnTo>
                      <a:pt x="2633024" y="398652"/>
                    </a:lnTo>
                    <a:cubicBezTo>
                      <a:pt x="3097872" y="776605"/>
                      <a:pt x="3170184" y="1459033"/>
                      <a:pt x="2794867" y="1926012"/>
                    </a:cubicBezTo>
                    <a:lnTo>
                      <a:pt x="2957653" y="2056846"/>
                    </a:lnTo>
                    <a:cubicBezTo>
                      <a:pt x="3404939" y="1500322"/>
                      <a:pt x="3318761" y="687035"/>
                      <a:pt x="2764776" y="236609"/>
                    </a:cubicBezTo>
                    <a:lnTo>
                      <a:pt x="2763561" y="238103"/>
                    </a:lnTo>
                    <a:lnTo>
                      <a:pt x="2752521" y="230833"/>
                    </a:lnTo>
                    <a:lnTo>
                      <a:pt x="2653593" y="176731"/>
                    </a:lnTo>
                    <a:lnTo>
                      <a:pt x="2545354" y="131046"/>
                    </a:lnTo>
                    <a:lnTo>
                      <a:pt x="2433624" y="88967"/>
                    </a:lnTo>
                    <a:lnTo>
                      <a:pt x="2312583" y="56506"/>
                    </a:lnTo>
                    <a:lnTo>
                      <a:pt x="2185723" y="30056"/>
                    </a:lnTo>
                    <a:lnTo>
                      <a:pt x="2053042" y="12022"/>
                    </a:lnTo>
                    <a:lnTo>
                      <a:pt x="1913381" y="120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 sz="2700" dirty="0"/>
              </a:p>
            </p:txBody>
          </p:sp>
        </p:grpSp>
        <p:grpSp>
          <p:nvGrpSpPr>
            <p:cNvPr id="8" name="Graphic 33"/>
            <p:cNvGrpSpPr/>
            <p:nvPr/>
          </p:nvGrpSpPr>
          <p:grpSpPr>
            <a:xfrm>
              <a:off x="6749065" y="3350566"/>
              <a:ext cx="1364502" cy="1261798"/>
              <a:chOff x="7424910" y="2405641"/>
              <a:chExt cx="1771650" cy="1638300"/>
            </a:xfrm>
            <a:solidFill>
              <a:schemeClr val="accent2"/>
            </a:solidFill>
          </p:grpSpPr>
          <p:sp>
            <p:nvSpPr>
              <p:cNvPr id="9" name="Freeform: Shape 30"/>
              <p:cNvSpPr/>
              <p:nvPr/>
            </p:nvSpPr>
            <p:spPr>
              <a:xfrm>
                <a:off x="7417766" y="2398092"/>
                <a:ext cx="885825" cy="1647825"/>
              </a:xfrm>
              <a:custGeom>
                <a:avLst/>
                <a:gdLst>
                  <a:gd name="connsiteX0" fmla="*/ 749141 w 885825"/>
                  <a:gd name="connsiteY0" fmla="*/ 1281042 h 1647825"/>
                  <a:gd name="connsiteX1" fmla="*/ 858679 w 885825"/>
                  <a:gd name="connsiteY1" fmla="*/ 1312474 h 1647825"/>
                  <a:gd name="connsiteX2" fmla="*/ 858679 w 885825"/>
                  <a:gd name="connsiteY2" fmla="*/ 1287709 h 1647825"/>
                  <a:gd name="connsiteX3" fmla="*/ 861536 w 885825"/>
                  <a:gd name="connsiteY3" fmla="*/ 1006722 h 1647825"/>
                  <a:gd name="connsiteX4" fmla="*/ 855821 w 885825"/>
                  <a:gd name="connsiteY4" fmla="*/ 975289 h 1647825"/>
                  <a:gd name="connsiteX5" fmla="*/ 791051 w 885825"/>
                  <a:gd name="connsiteY5" fmla="*/ 885754 h 1647825"/>
                  <a:gd name="connsiteX6" fmla="*/ 770096 w 885825"/>
                  <a:gd name="connsiteY6" fmla="*/ 880039 h 1647825"/>
                  <a:gd name="connsiteX7" fmla="*/ 745331 w 885825"/>
                  <a:gd name="connsiteY7" fmla="*/ 880039 h 1647825"/>
                  <a:gd name="connsiteX8" fmla="*/ 718661 w 885825"/>
                  <a:gd name="connsiteY8" fmla="*/ 884802 h 1647825"/>
                  <a:gd name="connsiteX9" fmla="*/ 630079 w 885825"/>
                  <a:gd name="connsiteY9" fmla="*/ 1042917 h 1647825"/>
                  <a:gd name="connsiteX10" fmla="*/ 618649 w 885825"/>
                  <a:gd name="connsiteY10" fmla="*/ 1060062 h 1647825"/>
                  <a:gd name="connsiteX11" fmla="*/ 604361 w 885825"/>
                  <a:gd name="connsiteY11" fmla="*/ 1049584 h 1647825"/>
                  <a:gd name="connsiteX12" fmla="*/ 711041 w 885825"/>
                  <a:gd name="connsiteY12" fmla="*/ 859084 h 1647825"/>
                  <a:gd name="connsiteX13" fmla="*/ 737711 w 885825"/>
                  <a:gd name="connsiteY13" fmla="*/ 854322 h 1647825"/>
                  <a:gd name="connsiteX14" fmla="*/ 768191 w 885825"/>
                  <a:gd name="connsiteY14" fmla="*/ 857179 h 1647825"/>
                  <a:gd name="connsiteX15" fmla="*/ 846296 w 885825"/>
                  <a:gd name="connsiteY15" fmla="*/ 891469 h 1647825"/>
                  <a:gd name="connsiteX16" fmla="*/ 855821 w 885825"/>
                  <a:gd name="connsiteY16" fmla="*/ 707637 h 1647825"/>
                  <a:gd name="connsiteX17" fmla="*/ 856774 w 885825"/>
                  <a:gd name="connsiteY17" fmla="*/ 681919 h 1647825"/>
                  <a:gd name="connsiteX18" fmla="*/ 863441 w 885825"/>
                  <a:gd name="connsiteY18" fmla="*/ 650487 h 1647825"/>
                  <a:gd name="connsiteX19" fmla="*/ 868204 w 885825"/>
                  <a:gd name="connsiteY19" fmla="*/ 619054 h 1647825"/>
                  <a:gd name="connsiteX20" fmla="*/ 856774 w 885825"/>
                  <a:gd name="connsiteY20" fmla="*/ 311397 h 1647825"/>
                  <a:gd name="connsiteX21" fmla="*/ 856774 w 885825"/>
                  <a:gd name="connsiteY21" fmla="*/ 280917 h 1647825"/>
                  <a:gd name="connsiteX22" fmla="*/ 856774 w 885825"/>
                  <a:gd name="connsiteY22" fmla="*/ 220909 h 1647825"/>
                  <a:gd name="connsiteX23" fmla="*/ 854869 w 885825"/>
                  <a:gd name="connsiteY23" fmla="*/ 221862 h 1647825"/>
                  <a:gd name="connsiteX24" fmla="*/ 776764 w 885825"/>
                  <a:gd name="connsiteY24" fmla="*/ 71367 h 1647825"/>
                  <a:gd name="connsiteX25" fmla="*/ 750094 w 885825"/>
                  <a:gd name="connsiteY25" fmla="*/ 50412 h 1647825"/>
                  <a:gd name="connsiteX26" fmla="*/ 656749 w 885825"/>
                  <a:gd name="connsiteY26" fmla="*/ 12312 h 1647825"/>
                  <a:gd name="connsiteX27" fmla="*/ 623411 w 885825"/>
                  <a:gd name="connsiteY27" fmla="*/ 8502 h 1647825"/>
                  <a:gd name="connsiteX28" fmla="*/ 391954 w 885825"/>
                  <a:gd name="connsiteY28" fmla="*/ 227577 h 1647825"/>
                  <a:gd name="connsiteX29" fmla="*/ 405289 w 885825"/>
                  <a:gd name="connsiteY29" fmla="*/ 253294 h 1647825"/>
                  <a:gd name="connsiteX30" fmla="*/ 520541 w 885825"/>
                  <a:gd name="connsiteY30" fmla="*/ 332352 h 1647825"/>
                  <a:gd name="connsiteX31" fmla="*/ 551021 w 885825"/>
                  <a:gd name="connsiteY31" fmla="*/ 335209 h 1647825"/>
                  <a:gd name="connsiteX32" fmla="*/ 718661 w 885825"/>
                  <a:gd name="connsiteY32" fmla="*/ 198049 h 1647825"/>
                  <a:gd name="connsiteX33" fmla="*/ 722471 w 885825"/>
                  <a:gd name="connsiteY33" fmla="*/ 163759 h 1647825"/>
                  <a:gd name="connsiteX34" fmla="*/ 743426 w 885825"/>
                  <a:gd name="connsiteY34" fmla="*/ 146614 h 1647825"/>
                  <a:gd name="connsiteX35" fmla="*/ 758666 w 885825"/>
                  <a:gd name="connsiteY35" fmla="*/ 164712 h 1647825"/>
                  <a:gd name="connsiteX36" fmla="*/ 635794 w 885825"/>
                  <a:gd name="connsiteY36" fmla="*/ 353307 h 1647825"/>
                  <a:gd name="connsiteX37" fmla="*/ 708184 w 885825"/>
                  <a:gd name="connsiteY37" fmla="*/ 407599 h 1647825"/>
                  <a:gd name="connsiteX38" fmla="*/ 726281 w 885825"/>
                  <a:gd name="connsiteY38" fmla="*/ 432364 h 1647825"/>
                  <a:gd name="connsiteX39" fmla="*/ 757714 w 885825"/>
                  <a:gd name="connsiteY39" fmla="*/ 584764 h 1647825"/>
                  <a:gd name="connsiteX40" fmla="*/ 751046 w 885825"/>
                  <a:gd name="connsiteY40" fmla="*/ 611434 h 1647825"/>
                  <a:gd name="connsiteX41" fmla="*/ 741521 w 885825"/>
                  <a:gd name="connsiteY41" fmla="*/ 637152 h 1647825"/>
                  <a:gd name="connsiteX42" fmla="*/ 727234 w 885825"/>
                  <a:gd name="connsiteY42" fmla="*/ 661917 h 1647825"/>
                  <a:gd name="connsiteX43" fmla="*/ 687229 w 885825"/>
                  <a:gd name="connsiteY43" fmla="*/ 706684 h 1647825"/>
                  <a:gd name="connsiteX44" fmla="*/ 737711 w 885825"/>
                  <a:gd name="connsiteY44" fmla="*/ 786694 h 1647825"/>
                  <a:gd name="connsiteX45" fmla="*/ 760571 w 885825"/>
                  <a:gd name="connsiteY45" fmla="*/ 796219 h 1647825"/>
                  <a:gd name="connsiteX46" fmla="*/ 788194 w 885825"/>
                  <a:gd name="connsiteY46" fmla="*/ 799077 h 1647825"/>
                  <a:gd name="connsiteX47" fmla="*/ 783431 w 885825"/>
                  <a:gd name="connsiteY47" fmla="*/ 835272 h 1647825"/>
                  <a:gd name="connsiteX48" fmla="*/ 752951 w 885825"/>
                  <a:gd name="connsiteY48" fmla="*/ 830509 h 1647825"/>
                  <a:gd name="connsiteX49" fmla="*/ 724376 w 885825"/>
                  <a:gd name="connsiteY49" fmla="*/ 820032 h 1647825"/>
                  <a:gd name="connsiteX50" fmla="*/ 653891 w 885825"/>
                  <a:gd name="connsiteY50" fmla="*/ 728592 h 1647825"/>
                  <a:gd name="connsiteX51" fmla="*/ 381476 w 885825"/>
                  <a:gd name="connsiteY51" fmla="*/ 658107 h 1647825"/>
                  <a:gd name="connsiteX52" fmla="*/ 384334 w 885825"/>
                  <a:gd name="connsiteY52" fmla="*/ 635247 h 1647825"/>
                  <a:gd name="connsiteX53" fmla="*/ 411004 w 885825"/>
                  <a:gd name="connsiteY53" fmla="*/ 639057 h 1647825"/>
                  <a:gd name="connsiteX54" fmla="*/ 541496 w 885825"/>
                  <a:gd name="connsiteY54" fmla="*/ 717162 h 1647825"/>
                  <a:gd name="connsiteX55" fmla="*/ 552926 w 885825"/>
                  <a:gd name="connsiteY55" fmla="*/ 716209 h 1647825"/>
                  <a:gd name="connsiteX56" fmla="*/ 693896 w 885825"/>
                  <a:gd name="connsiteY56" fmla="*/ 638104 h 1647825"/>
                  <a:gd name="connsiteX57" fmla="*/ 710089 w 885825"/>
                  <a:gd name="connsiteY57" fmla="*/ 608577 h 1647825"/>
                  <a:gd name="connsiteX58" fmla="*/ 710089 w 885825"/>
                  <a:gd name="connsiteY58" fmla="*/ 475227 h 1647825"/>
                  <a:gd name="connsiteX59" fmla="*/ 693896 w 885825"/>
                  <a:gd name="connsiteY59" fmla="*/ 445699 h 1647825"/>
                  <a:gd name="connsiteX60" fmla="*/ 551974 w 885825"/>
                  <a:gd name="connsiteY60" fmla="*/ 370452 h 1647825"/>
                  <a:gd name="connsiteX61" fmla="*/ 532924 w 885825"/>
                  <a:gd name="connsiteY61" fmla="*/ 368547 h 1647825"/>
                  <a:gd name="connsiteX62" fmla="*/ 397669 w 885825"/>
                  <a:gd name="connsiteY62" fmla="*/ 301872 h 1647825"/>
                  <a:gd name="connsiteX63" fmla="*/ 371951 w 885825"/>
                  <a:gd name="connsiteY63" fmla="*/ 293299 h 1647825"/>
                  <a:gd name="connsiteX64" fmla="*/ 180499 w 885825"/>
                  <a:gd name="connsiteY64" fmla="*/ 376167 h 1647825"/>
                  <a:gd name="connsiteX65" fmla="*/ 175736 w 885825"/>
                  <a:gd name="connsiteY65" fmla="*/ 505707 h 1647825"/>
                  <a:gd name="connsiteX66" fmla="*/ 181451 w 885825"/>
                  <a:gd name="connsiteY66" fmla="*/ 532377 h 1647825"/>
                  <a:gd name="connsiteX67" fmla="*/ 202406 w 885825"/>
                  <a:gd name="connsiteY67" fmla="*/ 580954 h 1647825"/>
                  <a:gd name="connsiteX68" fmla="*/ 217646 w 885825"/>
                  <a:gd name="connsiteY68" fmla="*/ 581907 h 1647825"/>
                  <a:gd name="connsiteX69" fmla="*/ 239554 w 885825"/>
                  <a:gd name="connsiteY69" fmla="*/ 580002 h 1647825"/>
                  <a:gd name="connsiteX70" fmla="*/ 260509 w 885825"/>
                  <a:gd name="connsiteY70" fmla="*/ 575239 h 1647825"/>
                  <a:gd name="connsiteX71" fmla="*/ 344329 w 885825"/>
                  <a:gd name="connsiteY71" fmla="*/ 490467 h 1647825"/>
                  <a:gd name="connsiteX72" fmla="*/ 351949 w 885825"/>
                  <a:gd name="connsiteY72" fmla="*/ 465702 h 1647825"/>
                  <a:gd name="connsiteX73" fmla="*/ 361474 w 885825"/>
                  <a:gd name="connsiteY73" fmla="*/ 415219 h 1647825"/>
                  <a:gd name="connsiteX74" fmla="*/ 390049 w 885825"/>
                  <a:gd name="connsiteY74" fmla="*/ 424744 h 1647825"/>
                  <a:gd name="connsiteX75" fmla="*/ 325279 w 885825"/>
                  <a:gd name="connsiteY75" fmla="*/ 580954 h 1647825"/>
                  <a:gd name="connsiteX76" fmla="*/ 301466 w 885825"/>
                  <a:gd name="connsiteY76" fmla="*/ 597147 h 1647825"/>
                  <a:gd name="connsiteX77" fmla="*/ 218599 w 885825"/>
                  <a:gd name="connsiteY77" fmla="*/ 618102 h 1647825"/>
                  <a:gd name="connsiteX78" fmla="*/ 145256 w 885825"/>
                  <a:gd name="connsiteY78" fmla="*/ 600957 h 1647825"/>
                  <a:gd name="connsiteX79" fmla="*/ 7144 w 885825"/>
                  <a:gd name="connsiteY79" fmla="*/ 817174 h 1647825"/>
                  <a:gd name="connsiteX80" fmla="*/ 164306 w 885825"/>
                  <a:gd name="connsiteY80" fmla="*/ 1041964 h 1647825"/>
                  <a:gd name="connsiteX81" fmla="*/ 174784 w 885825"/>
                  <a:gd name="connsiteY81" fmla="*/ 1041964 h 1647825"/>
                  <a:gd name="connsiteX82" fmla="*/ 346234 w 885825"/>
                  <a:gd name="connsiteY82" fmla="*/ 870514 h 1647825"/>
                  <a:gd name="connsiteX83" fmla="*/ 367189 w 885825"/>
                  <a:gd name="connsiteY83" fmla="*/ 853369 h 1647825"/>
                  <a:gd name="connsiteX84" fmla="*/ 382429 w 885825"/>
                  <a:gd name="connsiteY84" fmla="*/ 871467 h 1647825"/>
                  <a:gd name="connsiteX85" fmla="*/ 346234 w 885825"/>
                  <a:gd name="connsiteY85" fmla="*/ 987672 h 1647825"/>
                  <a:gd name="connsiteX86" fmla="*/ 350044 w 885825"/>
                  <a:gd name="connsiteY86" fmla="*/ 1021009 h 1647825"/>
                  <a:gd name="connsiteX87" fmla="*/ 360521 w 885825"/>
                  <a:gd name="connsiteY87" fmla="*/ 1052442 h 1647825"/>
                  <a:gd name="connsiteX88" fmla="*/ 451009 w 885825"/>
                  <a:gd name="connsiteY88" fmla="*/ 1141024 h 1647825"/>
                  <a:gd name="connsiteX89" fmla="*/ 482441 w 885825"/>
                  <a:gd name="connsiteY89" fmla="*/ 1150549 h 1647825"/>
                  <a:gd name="connsiteX90" fmla="*/ 516731 w 885825"/>
                  <a:gd name="connsiteY90" fmla="*/ 1154359 h 1647825"/>
                  <a:gd name="connsiteX91" fmla="*/ 688181 w 885825"/>
                  <a:gd name="connsiteY91" fmla="*/ 982909 h 1647825"/>
                  <a:gd name="connsiteX92" fmla="*/ 709136 w 885825"/>
                  <a:gd name="connsiteY92" fmla="*/ 965764 h 1647825"/>
                  <a:gd name="connsiteX93" fmla="*/ 724376 w 885825"/>
                  <a:gd name="connsiteY93" fmla="*/ 983862 h 1647825"/>
                  <a:gd name="connsiteX94" fmla="*/ 721519 w 885825"/>
                  <a:gd name="connsiteY94" fmla="*/ 1017199 h 1647825"/>
                  <a:gd name="connsiteX95" fmla="*/ 684371 w 885825"/>
                  <a:gd name="connsiteY95" fmla="*/ 1105782 h 1647825"/>
                  <a:gd name="connsiteX96" fmla="*/ 663416 w 885825"/>
                  <a:gd name="connsiteY96" fmla="*/ 1129595 h 1647825"/>
                  <a:gd name="connsiteX97" fmla="*/ 517684 w 885825"/>
                  <a:gd name="connsiteY97" fmla="*/ 1189602 h 1647825"/>
                  <a:gd name="connsiteX98" fmla="*/ 488156 w 885825"/>
                  <a:gd name="connsiteY98" fmla="*/ 1187697 h 1647825"/>
                  <a:gd name="connsiteX99" fmla="*/ 459581 w 885825"/>
                  <a:gd name="connsiteY99" fmla="*/ 1181982 h 1647825"/>
                  <a:gd name="connsiteX100" fmla="*/ 315754 w 885825"/>
                  <a:gd name="connsiteY100" fmla="*/ 1023867 h 1647825"/>
                  <a:gd name="connsiteX101" fmla="*/ 172879 w 885825"/>
                  <a:gd name="connsiteY101" fmla="*/ 1185792 h 1647825"/>
                  <a:gd name="connsiteX102" fmla="*/ 341471 w 885825"/>
                  <a:gd name="connsiteY102" fmla="*/ 1345812 h 1647825"/>
                  <a:gd name="connsiteX103" fmla="*/ 373856 w 885825"/>
                  <a:gd name="connsiteY103" fmla="*/ 1348670 h 1647825"/>
                  <a:gd name="connsiteX104" fmla="*/ 386239 w 885825"/>
                  <a:gd name="connsiteY104" fmla="*/ 1348670 h 1647825"/>
                  <a:gd name="connsiteX105" fmla="*/ 383381 w 885825"/>
                  <a:gd name="connsiteY105" fmla="*/ 1369624 h 1647825"/>
                  <a:gd name="connsiteX106" fmla="*/ 382429 w 885825"/>
                  <a:gd name="connsiteY106" fmla="*/ 1391532 h 1647825"/>
                  <a:gd name="connsiteX107" fmla="*/ 527209 w 885825"/>
                  <a:gd name="connsiteY107" fmla="*/ 1625847 h 1647825"/>
                  <a:gd name="connsiteX108" fmla="*/ 558641 w 885825"/>
                  <a:gd name="connsiteY108" fmla="*/ 1636324 h 1647825"/>
                  <a:gd name="connsiteX109" fmla="*/ 756761 w 885825"/>
                  <a:gd name="connsiteY109" fmla="*/ 1596320 h 1647825"/>
                  <a:gd name="connsiteX110" fmla="*/ 777716 w 885825"/>
                  <a:gd name="connsiteY110" fmla="*/ 1584890 h 1647825"/>
                  <a:gd name="connsiteX111" fmla="*/ 858679 w 885825"/>
                  <a:gd name="connsiteY111" fmla="*/ 1491545 h 1647825"/>
                  <a:gd name="connsiteX112" fmla="*/ 791051 w 885825"/>
                  <a:gd name="connsiteY112" fmla="*/ 1321999 h 1647825"/>
                  <a:gd name="connsiteX113" fmla="*/ 771049 w 885825"/>
                  <a:gd name="connsiteY113" fmla="*/ 1318190 h 1647825"/>
                  <a:gd name="connsiteX114" fmla="*/ 750094 w 885825"/>
                  <a:gd name="connsiteY114" fmla="*/ 1317237 h 1647825"/>
                  <a:gd name="connsiteX115" fmla="*/ 608171 w 885825"/>
                  <a:gd name="connsiteY115" fmla="*/ 1392484 h 1647825"/>
                  <a:gd name="connsiteX116" fmla="*/ 591979 w 885825"/>
                  <a:gd name="connsiteY116" fmla="*/ 1422012 h 1647825"/>
                  <a:gd name="connsiteX117" fmla="*/ 576739 w 885825"/>
                  <a:gd name="connsiteY117" fmla="*/ 1497259 h 1647825"/>
                  <a:gd name="connsiteX118" fmla="*/ 552926 w 885825"/>
                  <a:gd name="connsiteY118" fmla="*/ 1501070 h 1647825"/>
                  <a:gd name="connsiteX119" fmla="*/ 546259 w 885825"/>
                  <a:gd name="connsiteY119" fmla="*/ 1447729 h 1647825"/>
                  <a:gd name="connsiteX120" fmla="*/ 552926 w 885825"/>
                  <a:gd name="connsiteY120" fmla="*/ 1422965 h 1647825"/>
                  <a:gd name="connsiteX121" fmla="*/ 565309 w 885825"/>
                  <a:gd name="connsiteY121" fmla="*/ 1393437 h 1647825"/>
                  <a:gd name="connsiteX122" fmla="*/ 749141 w 885825"/>
                  <a:gd name="connsiteY122" fmla="*/ 1281042 h 1647825"/>
                  <a:gd name="connsiteX123" fmla="*/ 164306 w 885825"/>
                  <a:gd name="connsiteY123" fmla="*/ 969574 h 1647825"/>
                  <a:gd name="connsiteX124" fmla="*/ 140494 w 885825"/>
                  <a:gd name="connsiteY124" fmla="*/ 968622 h 1647825"/>
                  <a:gd name="connsiteX125" fmla="*/ 118586 w 885825"/>
                  <a:gd name="connsiteY125" fmla="*/ 678109 h 1647825"/>
                  <a:gd name="connsiteX126" fmla="*/ 133826 w 885825"/>
                  <a:gd name="connsiteY126" fmla="*/ 661917 h 1647825"/>
                  <a:gd name="connsiteX127" fmla="*/ 134779 w 885825"/>
                  <a:gd name="connsiteY127" fmla="*/ 661917 h 1647825"/>
                  <a:gd name="connsiteX128" fmla="*/ 153829 w 885825"/>
                  <a:gd name="connsiteY128" fmla="*/ 691444 h 1647825"/>
                  <a:gd name="connsiteX129" fmla="*/ 153829 w 885825"/>
                  <a:gd name="connsiteY129" fmla="*/ 692397 h 1647825"/>
                  <a:gd name="connsiteX130" fmla="*/ 146209 w 885825"/>
                  <a:gd name="connsiteY130" fmla="*/ 700969 h 1647825"/>
                  <a:gd name="connsiteX131" fmla="*/ 165259 w 885825"/>
                  <a:gd name="connsiteY131" fmla="*/ 942904 h 1647825"/>
                  <a:gd name="connsiteX132" fmla="*/ 164306 w 885825"/>
                  <a:gd name="connsiteY132" fmla="*/ 969574 h 164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885825" h="1647825">
                    <a:moveTo>
                      <a:pt x="749141" y="1281042"/>
                    </a:moveTo>
                    <a:cubicBezTo>
                      <a:pt x="789146" y="1281042"/>
                      <a:pt x="827246" y="1292472"/>
                      <a:pt x="858679" y="1312474"/>
                    </a:cubicBezTo>
                    <a:cubicBezTo>
                      <a:pt x="858679" y="1312474"/>
                      <a:pt x="858679" y="1302949"/>
                      <a:pt x="858679" y="1287709"/>
                    </a:cubicBezTo>
                    <a:cubicBezTo>
                      <a:pt x="874871" y="1196270"/>
                      <a:pt x="875824" y="1101972"/>
                      <a:pt x="861536" y="1006722"/>
                    </a:cubicBezTo>
                    <a:cubicBezTo>
                      <a:pt x="859631" y="996244"/>
                      <a:pt x="857726" y="985767"/>
                      <a:pt x="855821" y="975289"/>
                    </a:cubicBezTo>
                    <a:cubicBezTo>
                      <a:pt x="847249" y="938142"/>
                      <a:pt x="828199" y="900042"/>
                      <a:pt x="791051" y="885754"/>
                    </a:cubicBezTo>
                    <a:cubicBezTo>
                      <a:pt x="784384" y="882897"/>
                      <a:pt x="777716" y="880992"/>
                      <a:pt x="770096" y="880039"/>
                    </a:cubicBezTo>
                    <a:cubicBezTo>
                      <a:pt x="762476" y="879087"/>
                      <a:pt x="753904" y="879087"/>
                      <a:pt x="745331" y="880039"/>
                    </a:cubicBezTo>
                    <a:cubicBezTo>
                      <a:pt x="736759" y="880992"/>
                      <a:pt x="727234" y="881944"/>
                      <a:pt x="718661" y="884802"/>
                    </a:cubicBezTo>
                    <a:cubicBezTo>
                      <a:pt x="651034" y="903852"/>
                      <a:pt x="611029" y="975289"/>
                      <a:pt x="630079" y="1042917"/>
                    </a:cubicBezTo>
                    <a:cubicBezTo>
                      <a:pt x="631984" y="1050537"/>
                      <a:pt x="627221" y="1059109"/>
                      <a:pt x="618649" y="1060062"/>
                    </a:cubicBezTo>
                    <a:cubicBezTo>
                      <a:pt x="611981" y="1061014"/>
                      <a:pt x="606266" y="1056252"/>
                      <a:pt x="604361" y="1049584"/>
                    </a:cubicBezTo>
                    <a:cubicBezTo>
                      <a:pt x="581501" y="967669"/>
                      <a:pt x="629126" y="881944"/>
                      <a:pt x="711041" y="859084"/>
                    </a:cubicBezTo>
                    <a:cubicBezTo>
                      <a:pt x="719614" y="856227"/>
                      <a:pt x="729139" y="855274"/>
                      <a:pt x="737711" y="854322"/>
                    </a:cubicBezTo>
                    <a:cubicBezTo>
                      <a:pt x="748189" y="854322"/>
                      <a:pt x="758666" y="855274"/>
                      <a:pt x="768191" y="857179"/>
                    </a:cubicBezTo>
                    <a:cubicBezTo>
                      <a:pt x="798671" y="853369"/>
                      <a:pt x="817721" y="891469"/>
                      <a:pt x="846296" y="891469"/>
                    </a:cubicBezTo>
                    <a:cubicBezTo>
                      <a:pt x="827246" y="834319"/>
                      <a:pt x="855821" y="767644"/>
                      <a:pt x="855821" y="707637"/>
                    </a:cubicBezTo>
                    <a:cubicBezTo>
                      <a:pt x="856774" y="699064"/>
                      <a:pt x="856774" y="690492"/>
                      <a:pt x="856774" y="681919"/>
                    </a:cubicBezTo>
                    <a:cubicBezTo>
                      <a:pt x="859631" y="671442"/>
                      <a:pt x="861536" y="660964"/>
                      <a:pt x="863441" y="650487"/>
                    </a:cubicBezTo>
                    <a:cubicBezTo>
                      <a:pt x="865346" y="640009"/>
                      <a:pt x="866299" y="629532"/>
                      <a:pt x="868204" y="619054"/>
                    </a:cubicBezTo>
                    <a:cubicBezTo>
                      <a:pt x="893921" y="510469"/>
                      <a:pt x="865346" y="415219"/>
                      <a:pt x="856774" y="311397"/>
                    </a:cubicBezTo>
                    <a:cubicBezTo>
                      <a:pt x="856774" y="300919"/>
                      <a:pt x="856774" y="290442"/>
                      <a:pt x="856774" y="280917"/>
                    </a:cubicBezTo>
                    <a:cubicBezTo>
                      <a:pt x="856774" y="243769"/>
                      <a:pt x="856774" y="220909"/>
                      <a:pt x="856774" y="220909"/>
                    </a:cubicBezTo>
                    <a:lnTo>
                      <a:pt x="854869" y="221862"/>
                    </a:lnTo>
                    <a:cubicBezTo>
                      <a:pt x="848201" y="162807"/>
                      <a:pt x="819626" y="109467"/>
                      <a:pt x="776764" y="71367"/>
                    </a:cubicBezTo>
                    <a:cubicBezTo>
                      <a:pt x="768191" y="63747"/>
                      <a:pt x="759619" y="57079"/>
                      <a:pt x="750094" y="50412"/>
                    </a:cubicBezTo>
                    <a:cubicBezTo>
                      <a:pt x="721519" y="31362"/>
                      <a:pt x="690086" y="18027"/>
                      <a:pt x="656749" y="12312"/>
                    </a:cubicBezTo>
                    <a:cubicBezTo>
                      <a:pt x="645319" y="10407"/>
                      <a:pt x="634841" y="9454"/>
                      <a:pt x="623411" y="8502"/>
                    </a:cubicBezTo>
                    <a:cubicBezTo>
                      <a:pt x="502444" y="-4833"/>
                      <a:pt x="359569" y="80892"/>
                      <a:pt x="391954" y="227577"/>
                    </a:cubicBezTo>
                    <a:cubicBezTo>
                      <a:pt x="395764" y="236149"/>
                      <a:pt x="399574" y="244722"/>
                      <a:pt x="405289" y="253294"/>
                    </a:cubicBezTo>
                    <a:cubicBezTo>
                      <a:pt x="427196" y="290442"/>
                      <a:pt x="474821" y="328542"/>
                      <a:pt x="520541" y="332352"/>
                    </a:cubicBezTo>
                    <a:cubicBezTo>
                      <a:pt x="530066" y="334257"/>
                      <a:pt x="540544" y="335209"/>
                      <a:pt x="551021" y="335209"/>
                    </a:cubicBezTo>
                    <a:cubicBezTo>
                      <a:pt x="633889" y="335209"/>
                      <a:pt x="702469" y="276154"/>
                      <a:pt x="718661" y="198049"/>
                    </a:cubicBezTo>
                    <a:cubicBezTo>
                      <a:pt x="720566" y="186619"/>
                      <a:pt x="722471" y="175189"/>
                      <a:pt x="722471" y="163759"/>
                    </a:cubicBezTo>
                    <a:cubicBezTo>
                      <a:pt x="722471" y="153282"/>
                      <a:pt x="731996" y="144709"/>
                      <a:pt x="743426" y="146614"/>
                    </a:cubicBezTo>
                    <a:cubicBezTo>
                      <a:pt x="751999" y="147567"/>
                      <a:pt x="758666" y="156139"/>
                      <a:pt x="758666" y="164712"/>
                    </a:cubicBezTo>
                    <a:cubicBezTo>
                      <a:pt x="758666" y="248532"/>
                      <a:pt x="708184" y="320922"/>
                      <a:pt x="635794" y="353307"/>
                    </a:cubicBezTo>
                    <a:cubicBezTo>
                      <a:pt x="664369" y="365689"/>
                      <a:pt x="689134" y="384739"/>
                      <a:pt x="708184" y="407599"/>
                    </a:cubicBezTo>
                    <a:cubicBezTo>
                      <a:pt x="714851" y="415219"/>
                      <a:pt x="720566" y="423792"/>
                      <a:pt x="726281" y="432364"/>
                    </a:cubicBezTo>
                    <a:cubicBezTo>
                      <a:pt x="771049" y="473322"/>
                      <a:pt x="761524" y="530472"/>
                      <a:pt x="757714" y="584764"/>
                    </a:cubicBezTo>
                    <a:cubicBezTo>
                      <a:pt x="755809" y="593337"/>
                      <a:pt x="753904" y="602862"/>
                      <a:pt x="751046" y="611434"/>
                    </a:cubicBezTo>
                    <a:cubicBezTo>
                      <a:pt x="748189" y="620007"/>
                      <a:pt x="745331" y="628579"/>
                      <a:pt x="741521" y="637152"/>
                    </a:cubicBezTo>
                    <a:cubicBezTo>
                      <a:pt x="737711" y="645724"/>
                      <a:pt x="732949" y="654297"/>
                      <a:pt x="727234" y="661917"/>
                    </a:cubicBezTo>
                    <a:cubicBezTo>
                      <a:pt x="716756" y="678109"/>
                      <a:pt x="703421" y="693349"/>
                      <a:pt x="687229" y="706684"/>
                    </a:cubicBezTo>
                    <a:cubicBezTo>
                      <a:pt x="689134" y="740974"/>
                      <a:pt x="709136" y="771454"/>
                      <a:pt x="737711" y="786694"/>
                    </a:cubicBezTo>
                    <a:cubicBezTo>
                      <a:pt x="744379" y="790504"/>
                      <a:pt x="752951" y="794314"/>
                      <a:pt x="760571" y="796219"/>
                    </a:cubicBezTo>
                    <a:cubicBezTo>
                      <a:pt x="771049" y="791457"/>
                      <a:pt x="780574" y="794314"/>
                      <a:pt x="788194" y="799077"/>
                    </a:cubicBezTo>
                    <a:cubicBezTo>
                      <a:pt x="810101" y="816222"/>
                      <a:pt x="800576" y="825747"/>
                      <a:pt x="783431" y="835272"/>
                    </a:cubicBezTo>
                    <a:cubicBezTo>
                      <a:pt x="773906" y="838129"/>
                      <a:pt x="762476" y="837177"/>
                      <a:pt x="752951" y="830509"/>
                    </a:cubicBezTo>
                    <a:cubicBezTo>
                      <a:pt x="743426" y="827652"/>
                      <a:pt x="733901" y="824794"/>
                      <a:pt x="724376" y="820032"/>
                    </a:cubicBezTo>
                    <a:cubicBezTo>
                      <a:pt x="689134" y="801934"/>
                      <a:pt x="662464" y="768597"/>
                      <a:pt x="653891" y="728592"/>
                    </a:cubicBezTo>
                    <a:cubicBezTo>
                      <a:pt x="559594" y="780027"/>
                      <a:pt x="439579" y="750499"/>
                      <a:pt x="381476" y="658107"/>
                    </a:cubicBezTo>
                    <a:cubicBezTo>
                      <a:pt x="376714" y="650487"/>
                      <a:pt x="377666" y="640962"/>
                      <a:pt x="384334" y="635247"/>
                    </a:cubicBezTo>
                    <a:cubicBezTo>
                      <a:pt x="392906" y="627627"/>
                      <a:pt x="405289" y="629532"/>
                      <a:pt x="411004" y="639057"/>
                    </a:cubicBezTo>
                    <a:cubicBezTo>
                      <a:pt x="440531" y="685729"/>
                      <a:pt x="490061" y="713352"/>
                      <a:pt x="541496" y="717162"/>
                    </a:cubicBezTo>
                    <a:cubicBezTo>
                      <a:pt x="545306" y="715257"/>
                      <a:pt x="548164" y="716209"/>
                      <a:pt x="552926" y="716209"/>
                    </a:cubicBezTo>
                    <a:cubicBezTo>
                      <a:pt x="611981" y="716209"/>
                      <a:pt x="663416" y="684777"/>
                      <a:pt x="693896" y="638104"/>
                    </a:cubicBezTo>
                    <a:cubicBezTo>
                      <a:pt x="699611" y="628579"/>
                      <a:pt x="705326" y="619054"/>
                      <a:pt x="710089" y="608577"/>
                    </a:cubicBezTo>
                    <a:cubicBezTo>
                      <a:pt x="732949" y="557142"/>
                      <a:pt x="723424" y="519042"/>
                      <a:pt x="710089" y="475227"/>
                    </a:cubicBezTo>
                    <a:cubicBezTo>
                      <a:pt x="705326" y="464749"/>
                      <a:pt x="700564" y="455224"/>
                      <a:pt x="693896" y="445699"/>
                    </a:cubicBezTo>
                    <a:cubicBezTo>
                      <a:pt x="663416" y="399979"/>
                      <a:pt x="611029" y="370452"/>
                      <a:pt x="551974" y="370452"/>
                    </a:cubicBezTo>
                    <a:cubicBezTo>
                      <a:pt x="546259" y="370452"/>
                      <a:pt x="539591" y="369499"/>
                      <a:pt x="532924" y="368547"/>
                    </a:cubicBezTo>
                    <a:cubicBezTo>
                      <a:pt x="485299" y="347592"/>
                      <a:pt x="440531" y="319017"/>
                      <a:pt x="397669" y="301872"/>
                    </a:cubicBezTo>
                    <a:cubicBezTo>
                      <a:pt x="389096" y="298062"/>
                      <a:pt x="380524" y="295204"/>
                      <a:pt x="371951" y="293299"/>
                    </a:cubicBezTo>
                    <a:cubicBezTo>
                      <a:pt x="294799" y="280917"/>
                      <a:pt x="209074" y="299967"/>
                      <a:pt x="180499" y="376167"/>
                    </a:cubicBezTo>
                    <a:cubicBezTo>
                      <a:pt x="170974" y="423792"/>
                      <a:pt x="161449" y="461892"/>
                      <a:pt x="175736" y="505707"/>
                    </a:cubicBezTo>
                    <a:cubicBezTo>
                      <a:pt x="177641" y="515232"/>
                      <a:pt x="179546" y="523804"/>
                      <a:pt x="181451" y="532377"/>
                    </a:cubicBezTo>
                    <a:cubicBezTo>
                      <a:pt x="186214" y="549522"/>
                      <a:pt x="193834" y="565714"/>
                      <a:pt x="202406" y="580954"/>
                    </a:cubicBezTo>
                    <a:cubicBezTo>
                      <a:pt x="207169" y="581907"/>
                      <a:pt x="211931" y="581907"/>
                      <a:pt x="217646" y="581907"/>
                    </a:cubicBezTo>
                    <a:cubicBezTo>
                      <a:pt x="225266" y="581907"/>
                      <a:pt x="231934" y="580954"/>
                      <a:pt x="239554" y="580002"/>
                    </a:cubicBezTo>
                    <a:cubicBezTo>
                      <a:pt x="247174" y="579049"/>
                      <a:pt x="253841" y="577144"/>
                      <a:pt x="260509" y="575239"/>
                    </a:cubicBezTo>
                    <a:cubicBezTo>
                      <a:pt x="305276" y="563809"/>
                      <a:pt x="330041" y="530472"/>
                      <a:pt x="344329" y="490467"/>
                    </a:cubicBezTo>
                    <a:cubicBezTo>
                      <a:pt x="347186" y="482847"/>
                      <a:pt x="350044" y="474274"/>
                      <a:pt x="351949" y="465702"/>
                    </a:cubicBezTo>
                    <a:cubicBezTo>
                      <a:pt x="361474" y="443794"/>
                      <a:pt x="361474" y="434269"/>
                      <a:pt x="361474" y="415219"/>
                    </a:cubicBezTo>
                    <a:cubicBezTo>
                      <a:pt x="370999" y="415219"/>
                      <a:pt x="390049" y="415219"/>
                      <a:pt x="390049" y="424744"/>
                    </a:cubicBezTo>
                    <a:cubicBezTo>
                      <a:pt x="399574" y="481894"/>
                      <a:pt x="361474" y="539044"/>
                      <a:pt x="325279" y="580954"/>
                    </a:cubicBezTo>
                    <a:cubicBezTo>
                      <a:pt x="317659" y="587622"/>
                      <a:pt x="310039" y="592384"/>
                      <a:pt x="301466" y="597147"/>
                    </a:cubicBezTo>
                    <a:cubicBezTo>
                      <a:pt x="276701" y="610482"/>
                      <a:pt x="248126" y="618102"/>
                      <a:pt x="218599" y="618102"/>
                    </a:cubicBezTo>
                    <a:cubicBezTo>
                      <a:pt x="191929" y="618102"/>
                      <a:pt x="168116" y="611434"/>
                      <a:pt x="145256" y="600957"/>
                    </a:cubicBezTo>
                    <a:cubicBezTo>
                      <a:pt x="64294" y="638104"/>
                      <a:pt x="7144" y="720972"/>
                      <a:pt x="7144" y="817174"/>
                    </a:cubicBezTo>
                    <a:cubicBezTo>
                      <a:pt x="7144" y="920044"/>
                      <a:pt x="72866" y="1008627"/>
                      <a:pt x="164306" y="1041964"/>
                    </a:cubicBezTo>
                    <a:cubicBezTo>
                      <a:pt x="168116" y="1041964"/>
                      <a:pt x="170974" y="1041964"/>
                      <a:pt x="174784" y="1041964"/>
                    </a:cubicBezTo>
                    <a:cubicBezTo>
                      <a:pt x="269081" y="1041964"/>
                      <a:pt x="346234" y="964812"/>
                      <a:pt x="346234" y="870514"/>
                    </a:cubicBezTo>
                    <a:cubicBezTo>
                      <a:pt x="346234" y="860037"/>
                      <a:pt x="355759" y="851464"/>
                      <a:pt x="367189" y="853369"/>
                    </a:cubicBezTo>
                    <a:cubicBezTo>
                      <a:pt x="375761" y="854322"/>
                      <a:pt x="382429" y="862894"/>
                      <a:pt x="382429" y="871467"/>
                    </a:cubicBezTo>
                    <a:cubicBezTo>
                      <a:pt x="382429" y="914329"/>
                      <a:pt x="369094" y="954334"/>
                      <a:pt x="346234" y="987672"/>
                    </a:cubicBezTo>
                    <a:cubicBezTo>
                      <a:pt x="346234" y="999102"/>
                      <a:pt x="348139" y="1010532"/>
                      <a:pt x="350044" y="1021009"/>
                    </a:cubicBezTo>
                    <a:cubicBezTo>
                      <a:pt x="352901" y="1031487"/>
                      <a:pt x="355759" y="1041964"/>
                      <a:pt x="360521" y="1052442"/>
                    </a:cubicBezTo>
                    <a:cubicBezTo>
                      <a:pt x="372904" y="1100067"/>
                      <a:pt x="401479" y="1128642"/>
                      <a:pt x="451009" y="1141024"/>
                    </a:cubicBezTo>
                    <a:cubicBezTo>
                      <a:pt x="461486" y="1144834"/>
                      <a:pt x="471964" y="1148645"/>
                      <a:pt x="482441" y="1150549"/>
                    </a:cubicBezTo>
                    <a:cubicBezTo>
                      <a:pt x="493871" y="1152454"/>
                      <a:pt x="504349" y="1154359"/>
                      <a:pt x="516731" y="1154359"/>
                    </a:cubicBezTo>
                    <a:cubicBezTo>
                      <a:pt x="611029" y="1154359"/>
                      <a:pt x="688181" y="1077207"/>
                      <a:pt x="688181" y="982909"/>
                    </a:cubicBezTo>
                    <a:cubicBezTo>
                      <a:pt x="688181" y="972432"/>
                      <a:pt x="697706" y="963859"/>
                      <a:pt x="709136" y="965764"/>
                    </a:cubicBezTo>
                    <a:cubicBezTo>
                      <a:pt x="717709" y="966717"/>
                      <a:pt x="724376" y="975289"/>
                      <a:pt x="724376" y="983862"/>
                    </a:cubicBezTo>
                    <a:cubicBezTo>
                      <a:pt x="724376" y="995292"/>
                      <a:pt x="723424" y="1006722"/>
                      <a:pt x="721519" y="1017199"/>
                    </a:cubicBezTo>
                    <a:cubicBezTo>
                      <a:pt x="725329" y="1052442"/>
                      <a:pt x="696754" y="1071492"/>
                      <a:pt x="684371" y="1105782"/>
                    </a:cubicBezTo>
                    <a:cubicBezTo>
                      <a:pt x="677704" y="1114354"/>
                      <a:pt x="671036" y="1121974"/>
                      <a:pt x="663416" y="1129595"/>
                    </a:cubicBezTo>
                    <a:cubicBezTo>
                      <a:pt x="626269" y="1166742"/>
                      <a:pt x="574834" y="1189602"/>
                      <a:pt x="517684" y="1189602"/>
                    </a:cubicBezTo>
                    <a:cubicBezTo>
                      <a:pt x="507206" y="1189602"/>
                      <a:pt x="497681" y="1188649"/>
                      <a:pt x="488156" y="1187697"/>
                    </a:cubicBezTo>
                    <a:cubicBezTo>
                      <a:pt x="478631" y="1186745"/>
                      <a:pt x="469106" y="1183887"/>
                      <a:pt x="459581" y="1181982"/>
                    </a:cubicBezTo>
                    <a:cubicBezTo>
                      <a:pt x="382429" y="1166742"/>
                      <a:pt x="334804" y="1100067"/>
                      <a:pt x="315754" y="1023867"/>
                    </a:cubicBezTo>
                    <a:cubicBezTo>
                      <a:pt x="249079" y="1071492"/>
                      <a:pt x="153829" y="1071492"/>
                      <a:pt x="172879" y="1185792"/>
                    </a:cubicBezTo>
                    <a:cubicBezTo>
                      <a:pt x="191929" y="1271517"/>
                      <a:pt x="258604" y="1338192"/>
                      <a:pt x="341471" y="1345812"/>
                    </a:cubicBezTo>
                    <a:cubicBezTo>
                      <a:pt x="351949" y="1347717"/>
                      <a:pt x="362426" y="1348670"/>
                      <a:pt x="373856" y="1348670"/>
                    </a:cubicBezTo>
                    <a:cubicBezTo>
                      <a:pt x="377666" y="1348670"/>
                      <a:pt x="381476" y="1348670"/>
                      <a:pt x="386239" y="1348670"/>
                    </a:cubicBezTo>
                    <a:cubicBezTo>
                      <a:pt x="385286" y="1355337"/>
                      <a:pt x="384334" y="1362957"/>
                      <a:pt x="383381" y="1369624"/>
                    </a:cubicBezTo>
                    <a:cubicBezTo>
                      <a:pt x="382429" y="1376292"/>
                      <a:pt x="382429" y="1383912"/>
                      <a:pt x="382429" y="1391532"/>
                    </a:cubicBezTo>
                    <a:cubicBezTo>
                      <a:pt x="373856" y="1500117"/>
                      <a:pt x="421481" y="1595367"/>
                      <a:pt x="527209" y="1625847"/>
                    </a:cubicBezTo>
                    <a:cubicBezTo>
                      <a:pt x="537686" y="1629657"/>
                      <a:pt x="548164" y="1633467"/>
                      <a:pt x="558641" y="1636324"/>
                    </a:cubicBezTo>
                    <a:cubicBezTo>
                      <a:pt x="623411" y="1652517"/>
                      <a:pt x="698659" y="1636324"/>
                      <a:pt x="756761" y="1596320"/>
                    </a:cubicBezTo>
                    <a:cubicBezTo>
                      <a:pt x="764381" y="1592509"/>
                      <a:pt x="771049" y="1588699"/>
                      <a:pt x="777716" y="1584890"/>
                    </a:cubicBezTo>
                    <a:cubicBezTo>
                      <a:pt x="812006" y="1563934"/>
                      <a:pt x="841534" y="1533454"/>
                      <a:pt x="858679" y="1491545"/>
                    </a:cubicBezTo>
                    <a:cubicBezTo>
                      <a:pt x="887254" y="1424870"/>
                      <a:pt x="877729" y="1339145"/>
                      <a:pt x="791051" y="1321999"/>
                    </a:cubicBezTo>
                    <a:cubicBezTo>
                      <a:pt x="784384" y="1320095"/>
                      <a:pt x="777716" y="1319142"/>
                      <a:pt x="771049" y="1318190"/>
                    </a:cubicBezTo>
                    <a:cubicBezTo>
                      <a:pt x="764381" y="1317237"/>
                      <a:pt x="757714" y="1317237"/>
                      <a:pt x="750094" y="1317237"/>
                    </a:cubicBezTo>
                    <a:cubicBezTo>
                      <a:pt x="691039" y="1317237"/>
                      <a:pt x="638651" y="1347717"/>
                      <a:pt x="608171" y="1392484"/>
                    </a:cubicBezTo>
                    <a:cubicBezTo>
                      <a:pt x="602456" y="1402009"/>
                      <a:pt x="596741" y="1411534"/>
                      <a:pt x="591979" y="1422012"/>
                    </a:cubicBezTo>
                    <a:cubicBezTo>
                      <a:pt x="577691" y="1445824"/>
                      <a:pt x="590074" y="1483924"/>
                      <a:pt x="576739" y="1497259"/>
                    </a:cubicBezTo>
                    <a:cubicBezTo>
                      <a:pt x="571976" y="1502022"/>
                      <a:pt x="565309" y="1503927"/>
                      <a:pt x="552926" y="1501070"/>
                    </a:cubicBezTo>
                    <a:cubicBezTo>
                      <a:pt x="543401" y="1482020"/>
                      <a:pt x="543401" y="1462970"/>
                      <a:pt x="546259" y="1447729"/>
                    </a:cubicBezTo>
                    <a:cubicBezTo>
                      <a:pt x="548164" y="1439157"/>
                      <a:pt x="551021" y="1430584"/>
                      <a:pt x="552926" y="1422965"/>
                    </a:cubicBezTo>
                    <a:cubicBezTo>
                      <a:pt x="556736" y="1412487"/>
                      <a:pt x="560546" y="1402962"/>
                      <a:pt x="565309" y="1393437"/>
                    </a:cubicBezTo>
                    <a:cubicBezTo>
                      <a:pt x="600551" y="1326762"/>
                      <a:pt x="669131" y="1281042"/>
                      <a:pt x="749141" y="1281042"/>
                    </a:cubicBezTo>
                    <a:close/>
                    <a:moveTo>
                      <a:pt x="164306" y="969574"/>
                    </a:moveTo>
                    <a:cubicBezTo>
                      <a:pt x="157639" y="975289"/>
                      <a:pt x="147161" y="975289"/>
                      <a:pt x="140494" y="968622"/>
                    </a:cubicBezTo>
                    <a:cubicBezTo>
                      <a:pt x="54769" y="894327"/>
                      <a:pt x="45244" y="763834"/>
                      <a:pt x="118586" y="678109"/>
                    </a:cubicBezTo>
                    <a:cubicBezTo>
                      <a:pt x="123349" y="672394"/>
                      <a:pt x="129064" y="667632"/>
                      <a:pt x="133826" y="661917"/>
                    </a:cubicBezTo>
                    <a:cubicBezTo>
                      <a:pt x="133826" y="661917"/>
                      <a:pt x="134779" y="661917"/>
                      <a:pt x="134779" y="661917"/>
                    </a:cubicBezTo>
                    <a:lnTo>
                      <a:pt x="153829" y="691444"/>
                    </a:lnTo>
                    <a:cubicBezTo>
                      <a:pt x="153829" y="691444"/>
                      <a:pt x="153829" y="691444"/>
                      <a:pt x="153829" y="692397"/>
                    </a:cubicBezTo>
                    <a:cubicBezTo>
                      <a:pt x="150971" y="695254"/>
                      <a:pt x="148114" y="698112"/>
                      <a:pt x="146209" y="700969"/>
                    </a:cubicBezTo>
                    <a:cubicBezTo>
                      <a:pt x="84296" y="772407"/>
                      <a:pt x="92869" y="880992"/>
                      <a:pt x="165259" y="942904"/>
                    </a:cubicBezTo>
                    <a:cubicBezTo>
                      <a:pt x="172879" y="949572"/>
                      <a:pt x="172879" y="961954"/>
                      <a:pt x="164306" y="96957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31"/>
              <p:cNvSpPr/>
              <p:nvPr/>
            </p:nvSpPr>
            <p:spPr>
              <a:xfrm>
                <a:off x="8319409" y="2396187"/>
                <a:ext cx="885825" cy="1647825"/>
              </a:xfrm>
              <a:custGeom>
                <a:avLst/>
                <a:gdLst>
                  <a:gd name="connsiteX0" fmla="*/ 320891 w 885825"/>
                  <a:gd name="connsiteY0" fmla="*/ 1394389 h 1647825"/>
                  <a:gd name="connsiteX1" fmla="*/ 333274 w 885825"/>
                  <a:gd name="connsiteY1" fmla="*/ 1423917 h 1647825"/>
                  <a:gd name="connsiteX2" fmla="*/ 339941 w 885825"/>
                  <a:gd name="connsiteY2" fmla="*/ 1448682 h 1647825"/>
                  <a:gd name="connsiteX3" fmla="*/ 333274 w 885825"/>
                  <a:gd name="connsiteY3" fmla="*/ 1502022 h 1647825"/>
                  <a:gd name="connsiteX4" fmla="*/ 309461 w 885825"/>
                  <a:gd name="connsiteY4" fmla="*/ 1498212 h 1647825"/>
                  <a:gd name="connsiteX5" fmla="*/ 294221 w 885825"/>
                  <a:gd name="connsiteY5" fmla="*/ 1422964 h 1647825"/>
                  <a:gd name="connsiteX6" fmla="*/ 278029 w 885825"/>
                  <a:gd name="connsiteY6" fmla="*/ 1393437 h 1647825"/>
                  <a:gd name="connsiteX7" fmla="*/ 136106 w 885825"/>
                  <a:gd name="connsiteY7" fmla="*/ 1318189 h 1647825"/>
                  <a:gd name="connsiteX8" fmla="*/ 115151 w 885825"/>
                  <a:gd name="connsiteY8" fmla="*/ 1319142 h 1647825"/>
                  <a:gd name="connsiteX9" fmla="*/ 95149 w 885825"/>
                  <a:gd name="connsiteY9" fmla="*/ 1322952 h 1647825"/>
                  <a:gd name="connsiteX10" fmla="*/ 27521 w 885825"/>
                  <a:gd name="connsiteY10" fmla="*/ 1492497 h 1647825"/>
                  <a:gd name="connsiteX11" fmla="*/ 108484 w 885825"/>
                  <a:gd name="connsiteY11" fmla="*/ 1585842 h 1647825"/>
                  <a:gd name="connsiteX12" fmla="*/ 129439 w 885825"/>
                  <a:gd name="connsiteY12" fmla="*/ 1597272 h 1647825"/>
                  <a:gd name="connsiteX13" fmla="*/ 327559 w 885825"/>
                  <a:gd name="connsiteY13" fmla="*/ 1637277 h 1647825"/>
                  <a:gd name="connsiteX14" fmla="*/ 358991 w 885825"/>
                  <a:gd name="connsiteY14" fmla="*/ 1626800 h 1647825"/>
                  <a:gd name="connsiteX15" fmla="*/ 503771 w 885825"/>
                  <a:gd name="connsiteY15" fmla="*/ 1392484 h 1647825"/>
                  <a:gd name="connsiteX16" fmla="*/ 502819 w 885825"/>
                  <a:gd name="connsiteY16" fmla="*/ 1370577 h 1647825"/>
                  <a:gd name="connsiteX17" fmla="*/ 499961 w 885825"/>
                  <a:gd name="connsiteY17" fmla="*/ 1349622 h 1647825"/>
                  <a:gd name="connsiteX18" fmla="*/ 512344 w 885825"/>
                  <a:gd name="connsiteY18" fmla="*/ 1349622 h 1647825"/>
                  <a:gd name="connsiteX19" fmla="*/ 544729 w 885825"/>
                  <a:gd name="connsiteY19" fmla="*/ 1346764 h 1647825"/>
                  <a:gd name="connsiteX20" fmla="*/ 713321 w 885825"/>
                  <a:gd name="connsiteY20" fmla="*/ 1186744 h 1647825"/>
                  <a:gd name="connsiteX21" fmla="*/ 570446 w 885825"/>
                  <a:gd name="connsiteY21" fmla="*/ 1024819 h 1647825"/>
                  <a:gd name="connsiteX22" fmla="*/ 426619 w 885825"/>
                  <a:gd name="connsiteY22" fmla="*/ 1182934 h 1647825"/>
                  <a:gd name="connsiteX23" fmla="*/ 398044 w 885825"/>
                  <a:gd name="connsiteY23" fmla="*/ 1188650 h 1647825"/>
                  <a:gd name="connsiteX24" fmla="*/ 368516 w 885825"/>
                  <a:gd name="connsiteY24" fmla="*/ 1190554 h 1647825"/>
                  <a:gd name="connsiteX25" fmla="*/ 222784 w 885825"/>
                  <a:gd name="connsiteY25" fmla="*/ 1130547 h 1647825"/>
                  <a:gd name="connsiteX26" fmla="*/ 201829 w 885825"/>
                  <a:gd name="connsiteY26" fmla="*/ 1106734 h 1647825"/>
                  <a:gd name="connsiteX27" fmla="*/ 164681 w 885825"/>
                  <a:gd name="connsiteY27" fmla="*/ 1018152 h 1647825"/>
                  <a:gd name="connsiteX28" fmla="*/ 161824 w 885825"/>
                  <a:gd name="connsiteY28" fmla="*/ 984814 h 1647825"/>
                  <a:gd name="connsiteX29" fmla="*/ 177064 w 885825"/>
                  <a:gd name="connsiteY29" fmla="*/ 966717 h 1647825"/>
                  <a:gd name="connsiteX30" fmla="*/ 198019 w 885825"/>
                  <a:gd name="connsiteY30" fmla="*/ 983862 h 1647825"/>
                  <a:gd name="connsiteX31" fmla="*/ 369469 w 885825"/>
                  <a:gd name="connsiteY31" fmla="*/ 1155312 h 1647825"/>
                  <a:gd name="connsiteX32" fmla="*/ 403759 w 885825"/>
                  <a:gd name="connsiteY32" fmla="*/ 1151502 h 1647825"/>
                  <a:gd name="connsiteX33" fmla="*/ 435191 w 885825"/>
                  <a:gd name="connsiteY33" fmla="*/ 1141977 h 1647825"/>
                  <a:gd name="connsiteX34" fmla="*/ 525679 w 885825"/>
                  <a:gd name="connsiteY34" fmla="*/ 1053394 h 1647825"/>
                  <a:gd name="connsiteX35" fmla="*/ 536156 w 885825"/>
                  <a:gd name="connsiteY35" fmla="*/ 1021962 h 1647825"/>
                  <a:gd name="connsiteX36" fmla="*/ 539966 w 885825"/>
                  <a:gd name="connsiteY36" fmla="*/ 988624 h 1647825"/>
                  <a:gd name="connsiteX37" fmla="*/ 503771 w 885825"/>
                  <a:gd name="connsiteY37" fmla="*/ 872419 h 1647825"/>
                  <a:gd name="connsiteX38" fmla="*/ 519011 w 885825"/>
                  <a:gd name="connsiteY38" fmla="*/ 854322 h 1647825"/>
                  <a:gd name="connsiteX39" fmla="*/ 539966 w 885825"/>
                  <a:gd name="connsiteY39" fmla="*/ 871467 h 1647825"/>
                  <a:gd name="connsiteX40" fmla="*/ 711416 w 885825"/>
                  <a:gd name="connsiteY40" fmla="*/ 1042917 h 1647825"/>
                  <a:gd name="connsiteX41" fmla="*/ 721894 w 885825"/>
                  <a:gd name="connsiteY41" fmla="*/ 1042917 h 1647825"/>
                  <a:gd name="connsiteX42" fmla="*/ 879056 w 885825"/>
                  <a:gd name="connsiteY42" fmla="*/ 818127 h 1647825"/>
                  <a:gd name="connsiteX43" fmla="*/ 739991 w 885825"/>
                  <a:gd name="connsiteY43" fmla="*/ 600957 h 1647825"/>
                  <a:gd name="connsiteX44" fmla="*/ 666649 w 885825"/>
                  <a:gd name="connsiteY44" fmla="*/ 618102 h 1647825"/>
                  <a:gd name="connsiteX45" fmla="*/ 583781 w 885825"/>
                  <a:gd name="connsiteY45" fmla="*/ 597147 h 1647825"/>
                  <a:gd name="connsiteX46" fmla="*/ 559969 w 885825"/>
                  <a:gd name="connsiteY46" fmla="*/ 580954 h 1647825"/>
                  <a:gd name="connsiteX47" fmla="*/ 495199 w 885825"/>
                  <a:gd name="connsiteY47" fmla="*/ 424744 h 1647825"/>
                  <a:gd name="connsiteX48" fmla="*/ 523774 w 885825"/>
                  <a:gd name="connsiteY48" fmla="*/ 415219 h 1647825"/>
                  <a:gd name="connsiteX49" fmla="*/ 533299 w 885825"/>
                  <a:gd name="connsiteY49" fmla="*/ 465702 h 1647825"/>
                  <a:gd name="connsiteX50" fmla="*/ 540919 w 885825"/>
                  <a:gd name="connsiteY50" fmla="*/ 490467 h 1647825"/>
                  <a:gd name="connsiteX51" fmla="*/ 624739 w 885825"/>
                  <a:gd name="connsiteY51" fmla="*/ 575239 h 1647825"/>
                  <a:gd name="connsiteX52" fmla="*/ 645694 w 885825"/>
                  <a:gd name="connsiteY52" fmla="*/ 580002 h 1647825"/>
                  <a:gd name="connsiteX53" fmla="*/ 667601 w 885825"/>
                  <a:gd name="connsiteY53" fmla="*/ 581907 h 1647825"/>
                  <a:gd name="connsiteX54" fmla="*/ 682841 w 885825"/>
                  <a:gd name="connsiteY54" fmla="*/ 580954 h 1647825"/>
                  <a:gd name="connsiteX55" fmla="*/ 703796 w 885825"/>
                  <a:gd name="connsiteY55" fmla="*/ 532377 h 1647825"/>
                  <a:gd name="connsiteX56" fmla="*/ 709511 w 885825"/>
                  <a:gd name="connsiteY56" fmla="*/ 505707 h 1647825"/>
                  <a:gd name="connsiteX57" fmla="*/ 704749 w 885825"/>
                  <a:gd name="connsiteY57" fmla="*/ 376167 h 1647825"/>
                  <a:gd name="connsiteX58" fmla="*/ 513296 w 885825"/>
                  <a:gd name="connsiteY58" fmla="*/ 293299 h 1647825"/>
                  <a:gd name="connsiteX59" fmla="*/ 487579 w 885825"/>
                  <a:gd name="connsiteY59" fmla="*/ 301872 h 1647825"/>
                  <a:gd name="connsiteX60" fmla="*/ 352324 w 885825"/>
                  <a:gd name="connsiteY60" fmla="*/ 368547 h 1647825"/>
                  <a:gd name="connsiteX61" fmla="*/ 333274 w 885825"/>
                  <a:gd name="connsiteY61" fmla="*/ 370452 h 1647825"/>
                  <a:gd name="connsiteX62" fmla="*/ 191351 w 885825"/>
                  <a:gd name="connsiteY62" fmla="*/ 445699 h 1647825"/>
                  <a:gd name="connsiteX63" fmla="*/ 175159 w 885825"/>
                  <a:gd name="connsiteY63" fmla="*/ 475227 h 1647825"/>
                  <a:gd name="connsiteX64" fmla="*/ 175159 w 885825"/>
                  <a:gd name="connsiteY64" fmla="*/ 608577 h 1647825"/>
                  <a:gd name="connsiteX65" fmla="*/ 191351 w 885825"/>
                  <a:gd name="connsiteY65" fmla="*/ 638104 h 1647825"/>
                  <a:gd name="connsiteX66" fmla="*/ 332321 w 885825"/>
                  <a:gd name="connsiteY66" fmla="*/ 716209 h 1647825"/>
                  <a:gd name="connsiteX67" fmla="*/ 343751 w 885825"/>
                  <a:gd name="connsiteY67" fmla="*/ 717162 h 1647825"/>
                  <a:gd name="connsiteX68" fmla="*/ 474244 w 885825"/>
                  <a:gd name="connsiteY68" fmla="*/ 639057 h 1647825"/>
                  <a:gd name="connsiteX69" fmla="*/ 500914 w 885825"/>
                  <a:gd name="connsiteY69" fmla="*/ 635247 h 1647825"/>
                  <a:gd name="connsiteX70" fmla="*/ 503771 w 885825"/>
                  <a:gd name="connsiteY70" fmla="*/ 658107 h 1647825"/>
                  <a:gd name="connsiteX71" fmla="*/ 231356 w 885825"/>
                  <a:gd name="connsiteY71" fmla="*/ 728592 h 1647825"/>
                  <a:gd name="connsiteX72" fmla="*/ 160871 w 885825"/>
                  <a:gd name="connsiteY72" fmla="*/ 820032 h 1647825"/>
                  <a:gd name="connsiteX73" fmla="*/ 132296 w 885825"/>
                  <a:gd name="connsiteY73" fmla="*/ 830509 h 1647825"/>
                  <a:gd name="connsiteX74" fmla="*/ 101816 w 885825"/>
                  <a:gd name="connsiteY74" fmla="*/ 835272 h 1647825"/>
                  <a:gd name="connsiteX75" fmla="*/ 97054 w 885825"/>
                  <a:gd name="connsiteY75" fmla="*/ 799077 h 1647825"/>
                  <a:gd name="connsiteX76" fmla="*/ 124676 w 885825"/>
                  <a:gd name="connsiteY76" fmla="*/ 796219 h 1647825"/>
                  <a:gd name="connsiteX77" fmla="*/ 147536 w 885825"/>
                  <a:gd name="connsiteY77" fmla="*/ 786694 h 1647825"/>
                  <a:gd name="connsiteX78" fmla="*/ 198019 w 885825"/>
                  <a:gd name="connsiteY78" fmla="*/ 706684 h 1647825"/>
                  <a:gd name="connsiteX79" fmla="*/ 158014 w 885825"/>
                  <a:gd name="connsiteY79" fmla="*/ 661917 h 1647825"/>
                  <a:gd name="connsiteX80" fmla="*/ 143726 w 885825"/>
                  <a:gd name="connsiteY80" fmla="*/ 637152 h 1647825"/>
                  <a:gd name="connsiteX81" fmla="*/ 134201 w 885825"/>
                  <a:gd name="connsiteY81" fmla="*/ 611434 h 1647825"/>
                  <a:gd name="connsiteX82" fmla="*/ 127534 w 885825"/>
                  <a:gd name="connsiteY82" fmla="*/ 584764 h 1647825"/>
                  <a:gd name="connsiteX83" fmla="*/ 158966 w 885825"/>
                  <a:gd name="connsiteY83" fmla="*/ 432364 h 1647825"/>
                  <a:gd name="connsiteX84" fmla="*/ 177064 w 885825"/>
                  <a:gd name="connsiteY84" fmla="*/ 407599 h 1647825"/>
                  <a:gd name="connsiteX85" fmla="*/ 249454 w 885825"/>
                  <a:gd name="connsiteY85" fmla="*/ 353307 h 1647825"/>
                  <a:gd name="connsiteX86" fmla="*/ 126581 w 885825"/>
                  <a:gd name="connsiteY86" fmla="*/ 164712 h 1647825"/>
                  <a:gd name="connsiteX87" fmla="*/ 141821 w 885825"/>
                  <a:gd name="connsiteY87" fmla="*/ 146614 h 1647825"/>
                  <a:gd name="connsiteX88" fmla="*/ 162776 w 885825"/>
                  <a:gd name="connsiteY88" fmla="*/ 163759 h 1647825"/>
                  <a:gd name="connsiteX89" fmla="*/ 166586 w 885825"/>
                  <a:gd name="connsiteY89" fmla="*/ 198049 h 1647825"/>
                  <a:gd name="connsiteX90" fmla="*/ 334226 w 885825"/>
                  <a:gd name="connsiteY90" fmla="*/ 335209 h 1647825"/>
                  <a:gd name="connsiteX91" fmla="*/ 364706 w 885825"/>
                  <a:gd name="connsiteY91" fmla="*/ 332352 h 1647825"/>
                  <a:gd name="connsiteX92" fmla="*/ 479959 w 885825"/>
                  <a:gd name="connsiteY92" fmla="*/ 253294 h 1647825"/>
                  <a:gd name="connsiteX93" fmla="*/ 493294 w 885825"/>
                  <a:gd name="connsiteY93" fmla="*/ 227577 h 1647825"/>
                  <a:gd name="connsiteX94" fmla="*/ 261836 w 885825"/>
                  <a:gd name="connsiteY94" fmla="*/ 8502 h 1647825"/>
                  <a:gd name="connsiteX95" fmla="*/ 228499 w 885825"/>
                  <a:gd name="connsiteY95" fmla="*/ 12312 h 1647825"/>
                  <a:gd name="connsiteX96" fmla="*/ 135154 w 885825"/>
                  <a:gd name="connsiteY96" fmla="*/ 50412 h 1647825"/>
                  <a:gd name="connsiteX97" fmla="*/ 108484 w 885825"/>
                  <a:gd name="connsiteY97" fmla="*/ 71367 h 1647825"/>
                  <a:gd name="connsiteX98" fmla="*/ 30379 w 885825"/>
                  <a:gd name="connsiteY98" fmla="*/ 221862 h 1647825"/>
                  <a:gd name="connsiteX99" fmla="*/ 28474 w 885825"/>
                  <a:gd name="connsiteY99" fmla="*/ 220909 h 1647825"/>
                  <a:gd name="connsiteX100" fmla="*/ 28474 w 885825"/>
                  <a:gd name="connsiteY100" fmla="*/ 280917 h 1647825"/>
                  <a:gd name="connsiteX101" fmla="*/ 28474 w 885825"/>
                  <a:gd name="connsiteY101" fmla="*/ 311397 h 1647825"/>
                  <a:gd name="connsiteX102" fmla="*/ 17044 w 885825"/>
                  <a:gd name="connsiteY102" fmla="*/ 619054 h 1647825"/>
                  <a:gd name="connsiteX103" fmla="*/ 21806 w 885825"/>
                  <a:gd name="connsiteY103" fmla="*/ 650487 h 1647825"/>
                  <a:gd name="connsiteX104" fmla="*/ 28474 w 885825"/>
                  <a:gd name="connsiteY104" fmla="*/ 681919 h 1647825"/>
                  <a:gd name="connsiteX105" fmla="*/ 29426 w 885825"/>
                  <a:gd name="connsiteY105" fmla="*/ 707637 h 1647825"/>
                  <a:gd name="connsiteX106" fmla="*/ 38951 w 885825"/>
                  <a:gd name="connsiteY106" fmla="*/ 891469 h 1647825"/>
                  <a:gd name="connsiteX107" fmla="*/ 117056 w 885825"/>
                  <a:gd name="connsiteY107" fmla="*/ 857179 h 1647825"/>
                  <a:gd name="connsiteX108" fmla="*/ 147536 w 885825"/>
                  <a:gd name="connsiteY108" fmla="*/ 854322 h 1647825"/>
                  <a:gd name="connsiteX109" fmla="*/ 174206 w 885825"/>
                  <a:gd name="connsiteY109" fmla="*/ 859084 h 1647825"/>
                  <a:gd name="connsiteX110" fmla="*/ 280886 w 885825"/>
                  <a:gd name="connsiteY110" fmla="*/ 1049584 h 1647825"/>
                  <a:gd name="connsiteX111" fmla="*/ 266599 w 885825"/>
                  <a:gd name="connsiteY111" fmla="*/ 1060062 h 1647825"/>
                  <a:gd name="connsiteX112" fmla="*/ 255169 w 885825"/>
                  <a:gd name="connsiteY112" fmla="*/ 1042917 h 1647825"/>
                  <a:gd name="connsiteX113" fmla="*/ 166586 w 885825"/>
                  <a:gd name="connsiteY113" fmla="*/ 884802 h 1647825"/>
                  <a:gd name="connsiteX114" fmla="*/ 139916 w 885825"/>
                  <a:gd name="connsiteY114" fmla="*/ 880039 h 1647825"/>
                  <a:gd name="connsiteX115" fmla="*/ 115151 w 885825"/>
                  <a:gd name="connsiteY115" fmla="*/ 880039 h 1647825"/>
                  <a:gd name="connsiteX116" fmla="*/ 94196 w 885825"/>
                  <a:gd name="connsiteY116" fmla="*/ 885754 h 1647825"/>
                  <a:gd name="connsiteX117" fmla="*/ 29426 w 885825"/>
                  <a:gd name="connsiteY117" fmla="*/ 975289 h 1647825"/>
                  <a:gd name="connsiteX118" fmla="*/ 23711 w 885825"/>
                  <a:gd name="connsiteY118" fmla="*/ 1006722 h 1647825"/>
                  <a:gd name="connsiteX119" fmla="*/ 26569 w 885825"/>
                  <a:gd name="connsiteY119" fmla="*/ 1287709 h 1647825"/>
                  <a:gd name="connsiteX120" fmla="*/ 26569 w 885825"/>
                  <a:gd name="connsiteY120" fmla="*/ 1312475 h 1647825"/>
                  <a:gd name="connsiteX121" fmla="*/ 136106 w 885825"/>
                  <a:gd name="connsiteY121" fmla="*/ 1281042 h 1647825"/>
                  <a:gd name="connsiteX122" fmla="*/ 320891 w 885825"/>
                  <a:gd name="connsiteY122" fmla="*/ 1394389 h 1647825"/>
                  <a:gd name="connsiteX123" fmla="*/ 721894 w 885825"/>
                  <a:gd name="connsiteY123" fmla="*/ 944809 h 1647825"/>
                  <a:gd name="connsiteX124" fmla="*/ 740944 w 885825"/>
                  <a:gd name="connsiteY124" fmla="*/ 702874 h 1647825"/>
                  <a:gd name="connsiteX125" fmla="*/ 733324 w 885825"/>
                  <a:gd name="connsiteY125" fmla="*/ 694302 h 1647825"/>
                  <a:gd name="connsiteX126" fmla="*/ 733324 w 885825"/>
                  <a:gd name="connsiteY126" fmla="*/ 693349 h 1647825"/>
                  <a:gd name="connsiteX127" fmla="*/ 752374 w 885825"/>
                  <a:gd name="connsiteY127" fmla="*/ 663822 h 1647825"/>
                  <a:gd name="connsiteX128" fmla="*/ 753326 w 885825"/>
                  <a:gd name="connsiteY128" fmla="*/ 663822 h 1647825"/>
                  <a:gd name="connsiteX129" fmla="*/ 768566 w 885825"/>
                  <a:gd name="connsiteY129" fmla="*/ 680014 h 1647825"/>
                  <a:gd name="connsiteX130" fmla="*/ 746659 w 885825"/>
                  <a:gd name="connsiteY130" fmla="*/ 970527 h 1647825"/>
                  <a:gd name="connsiteX131" fmla="*/ 722846 w 885825"/>
                  <a:gd name="connsiteY131" fmla="*/ 971479 h 1647825"/>
                  <a:gd name="connsiteX132" fmla="*/ 721894 w 885825"/>
                  <a:gd name="connsiteY132" fmla="*/ 944809 h 164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885825" h="1647825">
                    <a:moveTo>
                      <a:pt x="320891" y="1394389"/>
                    </a:moveTo>
                    <a:cubicBezTo>
                      <a:pt x="325654" y="1403914"/>
                      <a:pt x="330416" y="1413439"/>
                      <a:pt x="333274" y="1423917"/>
                    </a:cubicBezTo>
                    <a:cubicBezTo>
                      <a:pt x="336131" y="1431537"/>
                      <a:pt x="338036" y="1440109"/>
                      <a:pt x="339941" y="1448682"/>
                    </a:cubicBezTo>
                    <a:cubicBezTo>
                      <a:pt x="342799" y="1463922"/>
                      <a:pt x="342799" y="1482972"/>
                      <a:pt x="333274" y="1502022"/>
                    </a:cubicBezTo>
                    <a:cubicBezTo>
                      <a:pt x="320891" y="1503927"/>
                      <a:pt x="314224" y="1502022"/>
                      <a:pt x="309461" y="1498212"/>
                    </a:cubicBezTo>
                    <a:cubicBezTo>
                      <a:pt x="296126" y="1484877"/>
                      <a:pt x="308509" y="1446777"/>
                      <a:pt x="294221" y="1422964"/>
                    </a:cubicBezTo>
                    <a:cubicBezTo>
                      <a:pt x="289459" y="1412487"/>
                      <a:pt x="284696" y="1402962"/>
                      <a:pt x="278029" y="1393437"/>
                    </a:cubicBezTo>
                    <a:cubicBezTo>
                      <a:pt x="247549" y="1347717"/>
                      <a:pt x="195161" y="1318189"/>
                      <a:pt x="136106" y="1318189"/>
                    </a:cubicBezTo>
                    <a:cubicBezTo>
                      <a:pt x="129439" y="1318189"/>
                      <a:pt x="121819" y="1318189"/>
                      <a:pt x="115151" y="1319142"/>
                    </a:cubicBezTo>
                    <a:cubicBezTo>
                      <a:pt x="108484" y="1320095"/>
                      <a:pt x="101816" y="1321047"/>
                      <a:pt x="95149" y="1322952"/>
                    </a:cubicBezTo>
                    <a:cubicBezTo>
                      <a:pt x="8471" y="1340097"/>
                      <a:pt x="-1054" y="1425822"/>
                      <a:pt x="27521" y="1492497"/>
                    </a:cubicBezTo>
                    <a:cubicBezTo>
                      <a:pt x="45619" y="1534407"/>
                      <a:pt x="74194" y="1564887"/>
                      <a:pt x="108484" y="1585842"/>
                    </a:cubicBezTo>
                    <a:cubicBezTo>
                      <a:pt x="115151" y="1589652"/>
                      <a:pt x="122771" y="1593462"/>
                      <a:pt x="129439" y="1597272"/>
                    </a:cubicBezTo>
                    <a:cubicBezTo>
                      <a:pt x="187541" y="1637277"/>
                      <a:pt x="262789" y="1653470"/>
                      <a:pt x="327559" y="1637277"/>
                    </a:cubicBezTo>
                    <a:cubicBezTo>
                      <a:pt x="338036" y="1634420"/>
                      <a:pt x="348514" y="1631562"/>
                      <a:pt x="358991" y="1626800"/>
                    </a:cubicBezTo>
                    <a:cubicBezTo>
                      <a:pt x="464719" y="1596320"/>
                      <a:pt x="512344" y="1501070"/>
                      <a:pt x="503771" y="1392484"/>
                    </a:cubicBezTo>
                    <a:cubicBezTo>
                      <a:pt x="503771" y="1384864"/>
                      <a:pt x="503771" y="1378197"/>
                      <a:pt x="502819" y="1370577"/>
                    </a:cubicBezTo>
                    <a:cubicBezTo>
                      <a:pt x="501866" y="1362957"/>
                      <a:pt x="500914" y="1356289"/>
                      <a:pt x="499961" y="1349622"/>
                    </a:cubicBezTo>
                    <a:cubicBezTo>
                      <a:pt x="503771" y="1349622"/>
                      <a:pt x="507581" y="1349622"/>
                      <a:pt x="512344" y="1349622"/>
                    </a:cubicBezTo>
                    <a:cubicBezTo>
                      <a:pt x="522821" y="1349622"/>
                      <a:pt x="534251" y="1348670"/>
                      <a:pt x="544729" y="1346764"/>
                    </a:cubicBezTo>
                    <a:cubicBezTo>
                      <a:pt x="627596" y="1339145"/>
                      <a:pt x="694271" y="1272470"/>
                      <a:pt x="713321" y="1186744"/>
                    </a:cubicBezTo>
                    <a:cubicBezTo>
                      <a:pt x="732371" y="1072444"/>
                      <a:pt x="637121" y="1072444"/>
                      <a:pt x="570446" y="1024819"/>
                    </a:cubicBezTo>
                    <a:cubicBezTo>
                      <a:pt x="551396" y="1101019"/>
                      <a:pt x="503771" y="1167694"/>
                      <a:pt x="426619" y="1182934"/>
                    </a:cubicBezTo>
                    <a:cubicBezTo>
                      <a:pt x="417094" y="1185792"/>
                      <a:pt x="407569" y="1187697"/>
                      <a:pt x="398044" y="1188650"/>
                    </a:cubicBezTo>
                    <a:cubicBezTo>
                      <a:pt x="388519" y="1189602"/>
                      <a:pt x="378994" y="1190554"/>
                      <a:pt x="368516" y="1190554"/>
                    </a:cubicBezTo>
                    <a:cubicBezTo>
                      <a:pt x="311366" y="1190554"/>
                      <a:pt x="259931" y="1167694"/>
                      <a:pt x="222784" y="1130547"/>
                    </a:cubicBezTo>
                    <a:cubicBezTo>
                      <a:pt x="215164" y="1122927"/>
                      <a:pt x="208496" y="1115307"/>
                      <a:pt x="201829" y="1106734"/>
                    </a:cubicBezTo>
                    <a:cubicBezTo>
                      <a:pt x="189446" y="1072444"/>
                      <a:pt x="160871" y="1053394"/>
                      <a:pt x="164681" y="1018152"/>
                    </a:cubicBezTo>
                    <a:cubicBezTo>
                      <a:pt x="162776" y="1007674"/>
                      <a:pt x="161824" y="996244"/>
                      <a:pt x="161824" y="984814"/>
                    </a:cubicBezTo>
                    <a:cubicBezTo>
                      <a:pt x="161824" y="976242"/>
                      <a:pt x="168491" y="967669"/>
                      <a:pt x="177064" y="966717"/>
                    </a:cubicBezTo>
                    <a:cubicBezTo>
                      <a:pt x="188494" y="964812"/>
                      <a:pt x="198019" y="973384"/>
                      <a:pt x="198019" y="983862"/>
                    </a:cubicBezTo>
                    <a:cubicBezTo>
                      <a:pt x="198019" y="1078159"/>
                      <a:pt x="275171" y="1155312"/>
                      <a:pt x="369469" y="1155312"/>
                    </a:cubicBezTo>
                    <a:cubicBezTo>
                      <a:pt x="380899" y="1155312"/>
                      <a:pt x="392329" y="1154359"/>
                      <a:pt x="403759" y="1151502"/>
                    </a:cubicBezTo>
                    <a:cubicBezTo>
                      <a:pt x="415189" y="1149597"/>
                      <a:pt x="425666" y="1145787"/>
                      <a:pt x="435191" y="1141977"/>
                    </a:cubicBezTo>
                    <a:cubicBezTo>
                      <a:pt x="485674" y="1129594"/>
                      <a:pt x="514249" y="1101019"/>
                      <a:pt x="525679" y="1053394"/>
                    </a:cubicBezTo>
                    <a:cubicBezTo>
                      <a:pt x="530441" y="1042917"/>
                      <a:pt x="533299" y="1032439"/>
                      <a:pt x="536156" y="1021962"/>
                    </a:cubicBezTo>
                    <a:cubicBezTo>
                      <a:pt x="539014" y="1011484"/>
                      <a:pt x="539966" y="1000054"/>
                      <a:pt x="539966" y="988624"/>
                    </a:cubicBezTo>
                    <a:cubicBezTo>
                      <a:pt x="517106" y="955287"/>
                      <a:pt x="503771" y="915282"/>
                      <a:pt x="503771" y="872419"/>
                    </a:cubicBezTo>
                    <a:cubicBezTo>
                      <a:pt x="503771" y="863847"/>
                      <a:pt x="510439" y="855274"/>
                      <a:pt x="519011" y="854322"/>
                    </a:cubicBezTo>
                    <a:cubicBezTo>
                      <a:pt x="530441" y="852417"/>
                      <a:pt x="539966" y="860989"/>
                      <a:pt x="539966" y="871467"/>
                    </a:cubicBezTo>
                    <a:cubicBezTo>
                      <a:pt x="539966" y="965764"/>
                      <a:pt x="617119" y="1042917"/>
                      <a:pt x="711416" y="1042917"/>
                    </a:cubicBezTo>
                    <a:cubicBezTo>
                      <a:pt x="715226" y="1042917"/>
                      <a:pt x="718084" y="1042917"/>
                      <a:pt x="721894" y="1042917"/>
                    </a:cubicBezTo>
                    <a:cubicBezTo>
                      <a:pt x="813334" y="1009579"/>
                      <a:pt x="879056" y="921949"/>
                      <a:pt x="879056" y="818127"/>
                    </a:cubicBezTo>
                    <a:cubicBezTo>
                      <a:pt x="879056" y="721924"/>
                      <a:pt x="821906" y="639057"/>
                      <a:pt x="739991" y="600957"/>
                    </a:cubicBezTo>
                    <a:cubicBezTo>
                      <a:pt x="718084" y="612387"/>
                      <a:pt x="693319" y="618102"/>
                      <a:pt x="666649" y="618102"/>
                    </a:cubicBezTo>
                    <a:cubicBezTo>
                      <a:pt x="637121" y="618102"/>
                      <a:pt x="608546" y="610482"/>
                      <a:pt x="583781" y="597147"/>
                    </a:cubicBezTo>
                    <a:cubicBezTo>
                      <a:pt x="575209" y="592384"/>
                      <a:pt x="567589" y="587622"/>
                      <a:pt x="559969" y="580954"/>
                    </a:cubicBezTo>
                    <a:cubicBezTo>
                      <a:pt x="523774" y="539044"/>
                      <a:pt x="485674" y="481894"/>
                      <a:pt x="495199" y="424744"/>
                    </a:cubicBezTo>
                    <a:cubicBezTo>
                      <a:pt x="495199" y="415219"/>
                      <a:pt x="514249" y="415219"/>
                      <a:pt x="523774" y="415219"/>
                    </a:cubicBezTo>
                    <a:cubicBezTo>
                      <a:pt x="523774" y="434269"/>
                      <a:pt x="523774" y="443794"/>
                      <a:pt x="533299" y="465702"/>
                    </a:cubicBezTo>
                    <a:cubicBezTo>
                      <a:pt x="535204" y="474274"/>
                      <a:pt x="538061" y="482847"/>
                      <a:pt x="540919" y="490467"/>
                    </a:cubicBezTo>
                    <a:cubicBezTo>
                      <a:pt x="555206" y="530472"/>
                      <a:pt x="579019" y="564762"/>
                      <a:pt x="624739" y="575239"/>
                    </a:cubicBezTo>
                    <a:cubicBezTo>
                      <a:pt x="631406" y="577144"/>
                      <a:pt x="639026" y="579049"/>
                      <a:pt x="645694" y="580002"/>
                    </a:cubicBezTo>
                    <a:cubicBezTo>
                      <a:pt x="653314" y="580954"/>
                      <a:pt x="659981" y="581907"/>
                      <a:pt x="667601" y="581907"/>
                    </a:cubicBezTo>
                    <a:cubicBezTo>
                      <a:pt x="672364" y="581907"/>
                      <a:pt x="677126" y="581907"/>
                      <a:pt x="682841" y="580954"/>
                    </a:cubicBezTo>
                    <a:cubicBezTo>
                      <a:pt x="692366" y="565714"/>
                      <a:pt x="699034" y="549522"/>
                      <a:pt x="703796" y="532377"/>
                    </a:cubicBezTo>
                    <a:cubicBezTo>
                      <a:pt x="706654" y="523804"/>
                      <a:pt x="708559" y="515232"/>
                      <a:pt x="709511" y="505707"/>
                    </a:cubicBezTo>
                    <a:cubicBezTo>
                      <a:pt x="723799" y="461892"/>
                      <a:pt x="714274" y="423792"/>
                      <a:pt x="704749" y="376167"/>
                    </a:cubicBezTo>
                    <a:cubicBezTo>
                      <a:pt x="676174" y="299967"/>
                      <a:pt x="590449" y="280917"/>
                      <a:pt x="513296" y="293299"/>
                    </a:cubicBezTo>
                    <a:cubicBezTo>
                      <a:pt x="504724" y="295204"/>
                      <a:pt x="496151" y="299014"/>
                      <a:pt x="487579" y="301872"/>
                    </a:cubicBezTo>
                    <a:cubicBezTo>
                      <a:pt x="444716" y="319017"/>
                      <a:pt x="399949" y="347592"/>
                      <a:pt x="352324" y="368547"/>
                    </a:cubicBezTo>
                    <a:cubicBezTo>
                      <a:pt x="345656" y="369499"/>
                      <a:pt x="338989" y="370452"/>
                      <a:pt x="333274" y="370452"/>
                    </a:cubicBezTo>
                    <a:cubicBezTo>
                      <a:pt x="274219" y="370452"/>
                      <a:pt x="221831" y="400932"/>
                      <a:pt x="191351" y="445699"/>
                    </a:cubicBezTo>
                    <a:cubicBezTo>
                      <a:pt x="185636" y="455224"/>
                      <a:pt x="179921" y="464749"/>
                      <a:pt x="175159" y="475227"/>
                    </a:cubicBezTo>
                    <a:cubicBezTo>
                      <a:pt x="161824" y="519042"/>
                      <a:pt x="152299" y="557142"/>
                      <a:pt x="175159" y="608577"/>
                    </a:cubicBezTo>
                    <a:cubicBezTo>
                      <a:pt x="179921" y="619054"/>
                      <a:pt x="184684" y="628579"/>
                      <a:pt x="191351" y="638104"/>
                    </a:cubicBezTo>
                    <a:cubicBezTo>
                      <a:pt x="221831" y="684777"/>
                      <a:pt x="274219" y="715257"/>
                      <a:pt x="332321" y="716209"/>
                    </a:cubicBezTo>
                    <a:cubicBezTo>
                      <a:pt x="336131" y="716209"/>
                      <a:pt x="339941" y="714304"/>
                      <a:pt x="343751" y="717162"/>
                    </a:cubicBezTo>
                    <a:cubicBezTo>
                      <a:pt x="395186" y="712399"/>
                      <a:pt x="444716" y="685729"/>
                      <a:pt x="474244" y="639057"/>
                    </a:cubicBezTo>
                    <a:cubicBezTo>
                      <a:pt x="479959" y="630484"/>
                      <a:pt x="492341" y="627627"/>
                      <a:pt x="500914" y="635247"/>
                    </a:cubicBezTo>
                    <a:cubicBezTo>
                      <a:pt x="507581" y="640962"/>
                      <a:pt x="508534" y="651439"/>
                      <a:pt x="503771" y="658107"/>
                    </a:cubicBezTo>
                    <a:cubicBezTo>
                      <a:pt x="444716" y="749547"/>
                      <a:pt x="325654" y="779074"/>
                      <a:pt x="231356" y="728592"/>
                    </a:cubicBezTo>
                    <a:cubicBezTo>
                      <a:pt x="222784" y="768597"/>
                      <a:pt x="196114" y="801934"/>
                      <a:pt x="160871" y="820032"/>
                    </a:cubicBezTo>
                    <a:cubicBezTo>
                      <a:pt x="152299" y="824794"/>
                      <a:pt x="142774" y="828604"/>
                      <a:pt x="132296" y="830509"/>
                    </a:cubicBezTo>
                    <a:cubicBezTo>
                      <a:pt x="123724" y="837177"/>
                      <a:pt x="111341" y="838129"/>
                      <a:pt x="101816" y="835272"/>
                    </a:cubicBezTo>
                    <a:cubicBezTo>
                      <a:pt x="85624" y="824794"/>
                      <a:pt x="76099" y="815269"/>
                      <a:pt x="97054" y="799077"/>
                    </a:cubicBezTo>
                    <a:cubicBezTo>
                      <a:pt x="104674" y="794314"/>
                      <a:pt x="114199" y="791457"/>
                      <a:pt x="124676" y="796219"/>
                    </a:cubicBezTo>
                    <a:cubicBezTo>
                      <a:pt x="132296" y="794314"/>
                      <a:pt x="140869" y="790504"/>
                      <a:pt x="147536" y="786694"/>
                    </a:cubicBezTo>
                    <a:cubicBezTo>
                      <a:pt x="176111" y="770502"/>
                      <a:pt x="196114" y="740974"/>
                      <a:pt x="198019" y="706684"/>
                    </a:cubicBezTo>
                    <a:cubicBezTo>
                      <a:pt x="181826" y="693349"/>
                      <a:pt x="168491" y="678109"/>
                      <a:pt x="158014" y="661917"/>
                    </a:cubicBezTo>
                    <a:cubicBezTo>
                      <a:pt x="152299" y="653344"/>
                      <a:pt x="147536" y="645724"/>
                      <a:pt x="143726" y="637152"/>
                    </a:cubicBezTo>
                    <a:cubicBezTo>
                      <a:pt x="139916" y="628579"/>
                      <a:pt x="137059" y="620007"/>
                      <a:pt x="134201" y="611434"/>
                    </a:cubicBezTo>
                    <a:cubicBezTo>
                      <a:pt x="131344" y="602862"/>
                      <a:pt x="129439" y="593337"/>
                      <a:pt x="127534" y="584764"/>
                    </a:cubicBezTo>
                    <a:cubicBezTo>
                      <a:pt x="123724" y="530472"/>
                      <a:pt x="114199" y="473322"/>
                      <a:pt x="158966" y="432364"/>
                    </a:cubicBezTo>
                    <a:cubicBezTo>
                      <a:pt x="164681" y="423792"/>
                      <a:pt x="170396" y="415219"/>
                      <a:pt x="177064" y="407599"/>
                    </a:cubicBezTo>
                    <a:cubicBezTo>
                      <a:pt x="197066" y="384739"/>
                      <a:pt x="221831" y="365689"/>
                      <a:pt x="249454" y="353307"/>
                    </a:cubicBezTo>
                    <a:cubicBezTo>
                      <a:pt x="177064" y="320922"/>
                      <a:pt x="126581" y="248532"/>
                      <a:pt x="126581" y="164712"/>
                    </a:cubicBezTo>
                    <a:cubicBezTo>
                      <a:pt x="126581" y="156139"/>
                      <a:pt x="133249" y="147567"/>
                      <a:pt x="141821" y="146614"/>
                    </a:cubicBezTo>
                    <a:cubicBezTo>
                      <a:pt x="153251" y="144709"/>
                      <a:pt x="162776" y="153282"/>
                      <a:pt x="162776" y="163759"/>
                    </a:cubicBezTo>
                    <a:cubicBezTo>
                      <a:pt x="162776" y="175189"/>
                      <a:pt x="163729" y="187572"/>
                      <a:pt x="166586" y="198049"/>
                    </a:cubicBezTo>
                    <a:cubicBezTo>
                      <a:pt x="182779" y="276154"/>
                      <a:pt x="251359" y="335209"/>
                      <a:pt x="334226" y="335209"/>
                    </a:cubicBezTo>
                    <a:cubicBezTo>
                      <a:pt x="344704" y="335209"/>
                      <a:pt x="354229" y="334257"/>
                      <a:pt x="364706" y="332352"/>
                    </a:cubicBezTo>
                    <a:cubicBezTo>
                      <a:pt x="410426" y="328542"/>
                      <a:pt x="458051" y="290442"/>
                      <a:pt x="479959" y="253294"/>
                    </a:cubicBezTo>
                    <a:cubicBezTo>
                      <a:pt x="484721" y="244722"/>
                      <a:pt x="489484" y="236149"/>
                      <a:pt x="493294" y="227577"/>
                    </a:cubicBezTo>
                    <a:cubicBezTo>
                      <a:pt x="524726" y="80892"/>
                      <a:pt x="381851" y="-4833"/>
                      <a:pt x="261836" y="8502"/>
                    </a:cubicBezTo>
                    <a:cubicBezTo>
                      <a:pt x="250406" y="8502"/>
                      <a:pt x="239929" y="10407"/>
                      <a:pt x="228499" y="12312"/>
                    </a:cubicBezTo>
                    <a:cubicBezTo>
                      <a:pt x="195161" y="18027"/>
                      <a:pt x="163729" y="30409"/>
                      <a:pt x="135154" y="50412"/>
                    </a:cubicBezTo>
                    <a:cubicBezTo>
                      <a:pt x="125629" y="57079"/>
                      <a:pt x="117056" y="63747"/>
                      <a:pt x="108484" y="71367"/>
                    </a:cubicBezTo>
                    <a:cubicBezTo>
                      <a:pt x="66574" y="109467"/>
                      <a:pt x="37046" y="161854"/>
                      <a:pt x="30379" y="221862"/>
                    </a:cubicBezTo>
                    <a:lnTo>
                      <a:pt x="28474" y="220909"/>
                    </a:lnTo>
                    <a:cubicBezTo>
                      <a:pt x="28474" y="220909"/>
                      <a:pt x="28474" y="243769"/>
                      <a:pt x="28474" y="280917"/>
                    </a:cubicBezTo>
                    <a:cubicBezTo>
                      <a:pt x="28474" y="290442"/>
                      <a:pt x="28474" y="299967"/>
                      <a:pt x="28474" y="311397"/>
                    </a:cubicBezTo>
                    <a:cubicBezTo>
                      <a:pt x="20854" y="415219"/>
                      <a:pt x="-7721" y="510469"/>
                      <a:pt x="17044" y="619054"/>
                    </a:cubicBezTo>
                    <a:cubicBezTo>
                      <a:pt x="17996" y="629532"/>
                      <a:pt x="19901" y="640009"/>
                      <a:pt x="21806" y="650487"/>
                    </a:cubicBezTo>
                    <a:cubicBezTo>
                      <a:pt x="23711" y="660964"/>
                      <a:pt x="25616" y="671442"/>
                      <a:pt x="28474" y="681919"/>
                    </a:cubicBezTo>
                    <a:cubicBezTo>
                      <a:pt x="28474" y="690492"/>
                      <a:pt x="29426" y="699064"/>
                      <a:pt x="29426" y="707637"/>
                    </a:cubicBezTo>
                    <a:cubicBezTo>
                      <a:pt x="29426" y="767644"/>
                      <a:pt x="58001" y="834319"/>
                      <a:pt x="38951" y="891469"/>
                    </a:cubicBezTo>
                    <a:cubicBezTo>
                      <a:pt x="67526" y="891469"/>
                      <a:pt x="86576" y="853369"/>
                      <a:pt x="117056" y="857179"/>
                    </a:cubicBezTo>
                    <a:cubicBezTo>
                      <a:pt x="126581" y="855274"/>
                      <a:pt x="137059" y="854322"/>
                      <a:pt x="147536" y="854322"/>
                    </a:cubicBezTo>
                    <a:cubicBezTo>
                      <a:pt x="156109" y="855274"/>
                      <a:pt x="165634" y="857179"/>
                      <a:pt x="174206" y="859084"/>
                    </a:cubicBezTo>
                    <a:cubicBezTo>
                      <a:pt x="256121" y="881944"/>
                      <a:pt x="303746" y="967669"/>
                      <a:pt x="280886" y="1049584"/>
                    </a:cubicBezTo>
                    <a:cubicBezTo>
                      <a:pt x="278981" y="1056252"/>
                      <a:pt x="273266" y="1060062"/>
                      <a:pt x="266599" y="1060062"/>
                    </a:cubicBezTo>
                    <a:cubicBezTo>
                      <a:pt x="258026" y="1059109"/>
                      <a:pt x="253264" y="1050537"/>
                      <a:pt x="255169" y="1042917"/>
                    </a:cubicBezTo>
                    <a:cubicBezTo>
                      <a:pt x="274219" y="974337"/>
                      <a:pt x="235166" y="903852"/>
                      <a:pt x="166586" y="884802"/>
                    </a:cubicBezTo>
                    <a:cubicBezTo>
                      <a:pt x="158014" y="881944"/>
                      <a:pt x="148489" y="880992"/>
                      <a:pt x="139916" y="880039"/>
                    </a:cubicBezTo>
                    <a:cubicBezTo>
                      <a:pt x="131344" y="879087"/>
                      <a:pt x="122771" y="879087"/>
                      <a:pt x="115151" y="880039"/>
                    </a:cubicBezTo>
                    <a:cubicBezTo>
                      <a:pt x="107531" y="880992"/>
                      <a:pt x="99911" y="882897"/>
                      <a:pt x="94196" y="885754"/>
                    </a:cubicBezTo>
                    <a:cubicBezTo>
                      <a:pt x="57049" y="900042"/>
                      <a:pt x="37999" y="938142"/>
                      <a:pt x="29426" y="975289"/>
                    </a:cubicBezTo>
                    <a:cubicBezTo>
                      <a:pt x="27521" y="985767"/>
                      <a:pt x="25616" y="996244"/>
                      <a:pt x="23711" y="1006722"/>
                    </a:cubicBezTo>
                    <a:cubicBezTo>
                      <a:pt x="9424" y="1101019"/>
                      <a:pt x="11329" y="1195317"/>
                      <a:pt x="26569" y="1287709"/>
                    </a:cubicBezTo>
                    <a:cubicBezTo>
                      <a:pt x="26569" y="1302950"/>
                      <a:pt x="26569" y="1312475"/>
                      <a:pt x="26569" y="1312475"/>
                    </a:cubicBezTo>
                    <a:cubicBezTo>
                      <a:pt x="58001" y="1292472"/>
                      <a:pt x="96101" y="1281042"/>
                      <a:pt x="136106" y="1281042"/>
                    </a:cubicBezTo>
                    <a:cubicBezTo>
                      <a:pt x="217069" y="1282947"/>
                      <a:pt x="285649" y="1328667"/>
                      <a:pt x="320891" y="1394389"/>
                    </a:cubicBezTo>
                    <a:close/>
                    <a:moveTo>
                      <a:pt x="721894" y="944809"/>
                    </a:moveTo>
                    <a:cubicBezTo>
                      <a:pt x="793331" y="882897"/>
                      <a:pt x="801904" y="775264"/>
                      <a:pt x="740944" y="702874"/>
                    </a:cubicBezTo>
                    <a:cubicBezTo>
                      <a:pt x="738086" y="700017"/>
                      <a:pt x="736181" y="697159"/>
                      <a:pt x="733324" y="694302"/>
                    </a:cubicBezTo>
                    <a:cubicBezTo>
                      <a:pt x="733324" y="694302"/>
                      <a:pt x="733324" y="694302"/>
                      <a:pt x="733324" y="693349"/>
                    </a:cubicBezTo>
                    <a:lnTo>
                      <a:pt x="752374" y="663822"/>
                    </a:lnTo>
                    <a:cubicBezTo>
                      <a:pt x="752374" y="663822"/>
                      <a:pt x="753326" y="663822"/>
                      <a:pt x="753326" y="663822"/>
                    </a:cubicBezTo>
                    <a:cubicBezTo>
                      <a:pt x="759041" y="668584"/>
                      <a:pt x="763804" y="674299"/>
                      <a:pt x="768566" y="680014"/>
                    </a:cubicBezTo>
                    <a:cubicBezTo>
                      <a:pt x="842861" y="766692"/>
                      <a:pt x="832384" y="896232"/>
                      <a:pt x="746659" y="970527"/>
                    </a:cubicBezTo>
                    <a:cubicBezTo>
                      <a:pt x="739991" y="976242"/>
                      <a:pt x="729514" y="977194"/>
                      <a:pt x="722846" y="971479"/>
                    </a:cubicBezTo>
                    <a:cubicBezTo>
                      <a:pt x="713321" y="963859"/>
                      <a:pt x="714274" y="951477"/>
                      <a:pt x="721894" y="9448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024381"/>
              </p:ext>
            </p:extLst>
          </p:nvPr>
        </p:nvGraphicFramePr>
        <p:xfrm>
          <a:off x="1230954" y="947200"/>
          <a:ext cx="10078876" cy="5281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Worksheet" r:id="rId3" imgW="6743943" imgH="3533648" progId="Excel.Sheet.12">
                  <p:embed/>
                </p:oleObj>
              </mc:Choice>
              <mc:Fallback>
                <p:oleObj name="Worksheet" r:id="rId3" imgW="6743943" imgH="353364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0954" y="947200"/>
                        <a:ext cx="10078876" cy="5281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9742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462" y="267266"/>
            <a:ext cx="6689139" cy="52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44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HASIL KAJIAN PKB DI UPPD</a:t>
            </a:r>
            <a:endParaRPr lang="en-US" sz="44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800000" flipV="1">
            <a:off x="368479" y="758572"/>
            <a:ext cx="8127399" cy="74089"/>
          </a:xfrm>
          <a:prstGeom prst="rect">
            <a:avLst/>
          </a:prstGeom>
        </p:spPr>
      </p:pic>
      <p:sp>
        <p:nvSpPr>
          <p:cNvPr id="16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11731548" y="6387050"/>
            <a:ext cx="469689" cy="469689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23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8372346" y="535443"/>
            <a:ext cx="469689" cy="46968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339215"/>
              </p:ext>
            </p:extLst>
          </p:nvPr>
        </p:nvGraphicFramePr>
        <p:xfrm>
          <a:off x="270462" y="892108"/>
          <a:ext cx="11642496" cy="5729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Worksheet" r:id="rId5" imgW="15659122" imgH="3638804" progId="Excel.Sheet.12">
                  <p:embed/>
                </p:oleObj>
              </mc:Choice>
              <mc:Fallback>
                <p:oleObj name="Worksheet" r:id="rId5" imgW="15659122" imgH="36388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462" y="892108"/>
                        <a:ext cx="11642496" cy="5729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5891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462" y="267266"/>
            <a:ext cx="6689139" cy="52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44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HASIL KAJIAN PKB DI UPPD</a:t>
            </a:r>
            <a:endParaRPr lang="en-US" sz="44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800000" flipV="1">
            <a:off x="368479" y="758572"/>
            <a:ext cx="8127399" cy="74089"/>
          </a:xfrm>
          <a:prstGeom prst="rect">
            <a:avLst/>
          </a:prstGeom>
        </p:spPr>
      </p:pic>
      <p:sp>
        <p:nvSpPr>
          <p:cNvPr id="16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11731548" y="6387050"/>
            <a:ext cx="469689" cy="469689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23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8372346" y="535443"/>
            <a:ext cx="469689" cy="46968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336106"/>
              </p:ext>
            </p:extLst>
          </p:nvPr>
        </p:nvGraphicFramePr>
        <p:xfrm>
          <a:off x="367878" y="1005132"/>
          <a:ext cx="11363670" cy="571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Worksheet" r:id="rId5" imgW="14992301" imgH="5953252" progId="Excel.Sheet.12">
                  <p:embed/>
                </p:oleObj>
              </mc:Choice>
              <mc:Fallback>
                <p:oleObj name="Worksheet" r:id="rId5" imgW="14992301" imgH="59532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7878" y="1005132"/>
                        <a:ext cx="11363670" cy="5717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5871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462" y="267266"/>
            <a:ext cx="6689139" cy="52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44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HASIL KAJIAN PKB DI UPPD</a:t>
            </a:r>
            <a:endParaRPr lang="en-US" sz="44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800000" flipV="1">
            <a:off x="368479" y="758572"/>
            <a:ext cx="8127399" cy="74089"/>
          </a:xfrm>
          <a:prstGeom prst="rect">
            <a:avLst/>
          </a:prstGeom>
        </p:spPr>
      </p:pic>
      <p:sp>
        <p:nvSpPr>
          <p:cNvPr id="16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11731548" y="6387050"/>
            <a:ext cx="469689" cy="469689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23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8372346" y="535443"/>
            <a:ext cx="469689" cy="46968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933712"/>
              </p:ext>
            </p:extLst>
          </p:nvPr>
        </p:nvGraphicFramePr>
        <p:xfrm>
          <a:off x="270462" y="1018744"/>
          <a:ext cx="11235987" cy="5550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Worksheet" r:id="rId5" imgW="14782903" imgH="4400804" progId="Excel.Sheet.12">
                  <p:embed/>
                </p:oleObj>
              </mc:Choice>
              <mc:Fallback>
                <p:oleObj name="Worksheet" r:id="rId5" imgW="14782903" imgH="44008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462" y="1018744"/>
                        <a:ext cx="11235987" cy="55502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1422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462" y="267266"/>
            <a:ext cx="6689139" cy="52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44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HASIL KAJIAN PKB DI UPPD</a:t>
            </a:r>
            <a:endParaRPr lang="en-US" sz="44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800000" flipV="1">
            <a:off x="368479" y="758572"/>
            <a:ext cx="8127399" cy="74089"/>
          </a:xfrm>
          <a:prstGeom prst="rect">
            <a:avLst/>
          </a:prstGeom>
        </p:spPr>
      </p:pic>
      <p:sp>
        <p:nvSpPr>
          <p:cNvPr id="16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11731548" y="6387050"/>
            <a:ext cx="469689" cy="469689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23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8372346" y="535443"/>
            <a:ext cx="469689" cy="46968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601916"/>
              </p:ext>
            </p:extLst>
          </p:nvPr>
        </p:nvGraphicFramePr>
        <p:xfrm>
          <a:off x="581116" y="1323967"/>
          <a:ext cx="11385276" cy="4953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Worksheet" r:id="rId5" imgW="14782903" imgH="3448304" progId="Excel.Sheet.12">
                  <p:embed/>
                </p:oleObj>
              </mc:Choice>
              <mc:Fallback>
                <p:oleObj name="Worksheet" r:id="rId5" imgW="14782903" imgH="34483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1116" y="1323967"/>
                        <a:ext cx="11385276" cy="4953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3816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462" y="267266"/>
            <a:ext cx="6689139" cy="52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44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HASIL KAJIAN PKB DI UPPD</a:t>
            </a:r>
            <a:endParaRPr lang="en-US" sz="44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800000" flipV="1">
            <a:off x="368479" y="758572"/>
            <a:ext cx="8127399" cy="74089"/>
          </a:xfrm>
          <a:prstGeom prst="rect">
            <a:avLst/>
          </a:prstGeom>
        </p:spPr>
      </p:pic>
      <p:sp>
        <p:nvSpPr>
          <p:cNvPr id="16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11731548" y="6387050"/>
            <a:ext cx="469689" cy="469689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23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8372346" y="535443"/>
            <a:ext cx="469689" cy="46968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954589"/>
              </p:ext>
            </p:extLst>
          </p:nvPr>
        </p:nvGraphicFramePr>
        <p:xfrm>
          <a:off x="270462" y="1055790"/>
          <a:ext cx="11655375" cy="5499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Worksheet" r:id="rId5" imgW="14782903" imgH="5010404" progId="Excel.Sheet.12">
                  <p:embed/>
                </p:oleObj>
              </mc:Choice>
              <mc:Fallback>
                <p:oleObj name="Worksheet" r:id="rId5" imgW="14782903" imgH="50104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462" y="1055790"/>
                        <a:ext cx="11655375" cy="5499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5996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462" y="267266"/>
            <a:ext cx="6689139" cy="52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44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HASIL KAJIAN PKB DI UPPD</a:t>
            </a:r>
            <a:endParaRPr lang="en-US" sz="44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800000" flipV="1">
            <a:off x="368479" y="758572"/>
            <a:ext cx="8127399" cy="74089"/>
          </a:xfrm>
          <a:prstGeom prst="rect">
            <a:avLst/>
          </a:prstGeom>
        </p:spPr>
      </p:pic>
      <p:sp>
        <p:nvSpPr>
          <p:cNvPr id="16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11731548" y="6387050"/>
            <a:ext cx="469689" cy="469689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23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8372346" y="535443"/>
            <a:ext cx="469689" cy="46968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992255"/>
              </p:ext>
            </p:extLst>
          </p:nvPr>
        </p:nvGraphicFramePr>
        <p:xfrm>
          <a:off x="179950" y="1005131"/>
          <a:ext cx="11655733" cy="5653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Worksheet" r:id="rId5" imgW="14782903" imgH="4210304" progId="Excel.Sheet.12">
                  <p:embed/>
                </p:oleObj>
              </mc:Choice>
              <mc:Fallback>
                <p:oleObj name="Worksheet" r:id="rId5" imgW="14782903" imgH="42103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950" y="1005131"/>
                        <a:ext cx="11655733" cy="5653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3050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462" y="267266"/>
            <a:ext cx="6689139" cy="52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44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HASIL KAJIAN PKB DI UPPD</a:t>
            </a:r>
            <a:endParaRPr lang="en-US" sz="44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800000" flipV="1">
            <a:off x="368479" y="758572"/>
            <a:ext cx="8127399" cy="74089"/>
          </a:xfrm>
          <a:prstGeom prst="rect">
            <a:avLst/>
          </a:prstGeom>
        </p:spPr>
      </p:pic>
      <p:sp>
        <p:nvSpPr>
          <p:cNvPr id="16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11731548" y="6387050"/>
            <a:ext cx="469689" cy="469689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23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8372346" y="535443"/>
            <a:ext cx="469689" cy="46968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96388"/>
              </p:ext>
            </p:extLst>
          </p:nvPr>
        </p:nvGraphicFramePr>
        <p:xfrm>
          <a:off x="270461" y="1055790"/>
          <a:ext cx="11694011" cy="5692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Worksheet" r:id="rId5" imgW="14782903" imgH="4591304" progId="Excel.Sheet.12">
                  <p:embed/>
                </p:oleObj>
              </mc:Choice>
              <mc:Fallback>
                <p:oleObj name="Worksheet" r:id="rId5" imgW="14782903" imgH="45913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461" y="1055790"/>
                        <a:ext cx="11694011" cy="5692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2513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576" y="343157"/>
            <a:ext cx="8596668" cy="1041143"/>
          </a:xfrm>
        </p:spPr>
        <p:txBody>
          <a:bodyPr>
            <a:normAutofit/>
          </a:bodyPr>
          <a:lstStyle/>
          <a:p>
            <a:r>
              <a:rPr lang="en-US" sz="3100" dirty="0" smtClean="0">
                <a:solidFill>
                  <a:schemeClr val="tx1"/>
                </a:solidFill>
              </a:rPr>
              <a:t>SUBBID PDP</a:t>
            </a:r>
            <a:br>
              <a:rPr lang="en-US" sz="3100" dirty="0" smtClean="0">
                <a:solidFill>
                  <a:schemeClr val="tx1"/>
                </a:solidFill>
              </a:rPr>
            </a:br>
            <a:r>
              <a:rPr lang="id-ID" sz="3100" dirty="0" smtClean="0">
                <a:solidFill>
                  <a:schemeClr val="tx1"/>
                </a:solidFill>
              </a:rPr>
              <a:t>Pagu </a:t>
            </a:r>
            <a:r>
              <a:rPr lang="id-ID" sz="3100" dirty="0" smtClean="0">
                <a:solidFill>
                  <a:schemeClr val="tx1"/>
                </a:solidFill>
              </a:rPr>
              <a:t>Anggaran dan Realisasi s.d Agustus 2022</a:t>
            </a:r>
            <a:endParaRPr lang="en-US" sz="3100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89653"/>
              </p:ext>
            </p:extLst>
          </p:nvPr>
        </p:nvGraphicFramePr>
        <p:xfrm>
          <a:off x="822639" y="1793563"/>
          <a:ext cx="9982198" cy="44926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97562">
                  <a:extLst>
                    <a:ext uri="{9D8B030D-6E8A-4147-A177-3AD203B41FA5}">
                      <a16:colId xmlns:a16="http://schemas.microsoft.com/office/drawing/2014/main" xmlns="" val="1745588281"/>
                    </a:ext>
                  </a:extLst>
                </a:gridCol>
                <a:gridCol w="1596159">
                  <a:extLst>
                    <a:ext uri="{9D8B030D-6E8A-4147-A177-3AD203B41FA5}">
                      <a16:colId xmlns:a16="http://schemas.microsoft.com/office/drawing/2014/main" xmlns="" val="1770927259"/>
                    </a:ext>
                  </a:extLst>
                </a:gridCol>
                <a:gridCol w="1918278"/>
                <a:gridCol w="1790700"/>
                <a:gridCol w="1079499"/>
              </a:tblGrid>
              <a:tr h="3653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URAIAN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JUMLAH ANGGARAN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REALISASI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SISA PAGU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81268732"/>
                  </a:ext>
                </a:extLst>
              </a:tr>
              <a:tr h="763652">
                <a:tc>
                  <a:txBody>
                    <a:bodyPr/>
                    <a:lstStyle/>
                    <a:p>
                      <a:pPr algn="l" fontAlgn="b"/>
                      <a:r>
                        <a:rPr lang="id-ID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Angaran</a:t>
                      </a:r>
                      <a:r>
                        <a:rPr lang="id-ID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Keseluruhan Pengolahan Data Pendapatan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1" u="none" strike="noStrike" dirty="0" smtClean="0">
                          <a:effectLst/>
                        </a:rPr>
                        <a:t>462,817,000</a:t>
                      </a:r>
                      <a:r>
                        <a:rPr lang="en-US" sz="2000" b="1" u="none" strike="noStrike" dirty="0" smtClean="0">
                          <a:effectLst/>
                        </a:rPr>
                        <a:t>             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208,222,000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254,395,000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45,03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733333941"/>
                  </a:ext>
                </a:extLst>
              </a:tr>
              <a:tr h="1096167">
                <a:tc>
                  <a:txBody>
                    <a:bodyPr/>
                    <a:lstStyle/>
                    <a:p>
                      <a:pPr algn="l" fontAlgn="b"/>
                      <a:r>
                        <a:rPr lang="id-ID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Penyusunan Laporan AKP</a:t>
                      </a:r>
                      <a:r>
                        <a:rPr lang="id-ID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</a:t>
                      </a:r>
                      <a:r>
                        <a:rPr lang="id-ID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Profil </a:t>
                      </a:r>
                      <a:endParaRPr lang="id-ID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               </a:t>
                      </a:r>
                      <a:r>
                        <a:rPr lang="id-ID" sz="2000" u="none" strike="noStrike" dirty="0" smtClean="0">
                          <a:effectLst/>
                        </a:rPr>
                        <a:t>86,617,000</a:t>
                      </a:r>
                      <a:r>
                        <a:rPr lang="en-US" sz="2000" u="none" strike="noStrike" dirty="0" smtClean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53,108,000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33,309,000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61,54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556291717"/>
                  </a:ext>
                </a:extLst>
              </a:tr>
              <a:tr h="852098">
                <a:tc>
                  <a:txBody>
                    <a:bodyPr/>
                    <a:lstStyle/>
                    <a:p>
                      <a:pPr algn="l" fontAlgn="b"/>
                      <a:r>
                        <a:rPr lang="id-ID" sz="2000" b="1" u="none" strike="noStrike" dirty="0">
                          <a:effectLst/>
                        </a:rPr>
                        <a:t>Belanja Makan Minum </a:t>
                      </a:r>
                      <a:r>
                        <a:rPr lang="id-ID" sz="2000" b="1" u="none" strike="noStrike" dirty="0" smtClean="0">
                          <a:effectLst/>
                        </a:rPr>
                        <a:t>Rapat Teknis</a:t>
                      </a:r>
                      <a:endParaRPr lang="id-ID" sz="2000" b="1" u="none" strike="noStrike" dirty="0">
                        <a:effectLst/>
                      </a:endParaRPr>
                    </a:p>
                    <a:p>
                      <a:pPr algn="l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u="none" strike="noStrike" dirty="0" smtClean="0">
                          <a:effectLst/>
                        </a:rPr>
                        <a:t>144,860,000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9,135,000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135,725,000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6,31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294545803"/>
                  </a:ext>
                </a:extLst>
              </a:tr>
              <a:tr h="1096167">
                <a:tc>
                  <a:txBody>
                    <a:bodyPr/>
                    <a:lstStyle/>
                    <a:p>
                      <a:pPr algn="l" fontAlgn="b"/>
                      <a:r>
                        <a:rPr lang="id-ID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Verifikasi dan Validasi Pemetaan PAD</a:t>
                      </a:r>
                      <a:endParaRPr lang="id-ID" sz="2000" b="1" i="0" u="none" strike="noStrike" baseline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u="none" strike="noStrike" dirty="0" smtClean="0">
                          <a:effectLst/>
                        </a:rPr>
                        <a:t>231,340,000</a:t>
                      </a:r>
                      <a:r>
                        <a:rPr lang="en-US" sz="2000" u="none" strike="noStrike" dirty="0" smtClean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145,979,000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85,361,000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63,10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794148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030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1566" y="326870"/>
            <a:ext cx="6171626" cy="549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44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PELAKSANAAN KEGIATAN</a:t>
            </a:r>
            <a:endParaRPr lang="en-US" sz="44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269194" y="5442098"/>
            <a:ext cx="3339804" cy="2831804"/>
            <a:chOff x="0" y="0"/>
            <a:chExt cx="6679608" cy="5663608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1016000" y="0"/>
              <a:ext cx="5663608" cy="5663608"/>
              <a:chOff x="0" y="0"/>
              <a:chExt cx="2787650" cy="2787650"/>
            </a:xfrm>
          </p:grpSpPr>
          <p:sp>
            <p:nvSpPr>
              <p:cNvPr id="9" name="Freeform 7"/>
              <p:cNvSpPr/>
              <p:nvPr/>
            </p:nvSpPr>
            <p:spPr>
              <a:xfrm>
                <a:off x="0" y="0"/>
                <a:ext cx="2787650" cy="2787650"/>
              </a:xfrm>
              <a:custGeom>
                <a:avLst/>
                <a:gdLst/>
                <a:ahLst/>
                <a:cxnLst/>
                <a:rect l="l" t="t" r="r" b="b"/>
                <a:pathLst>
                  <a:path w="2787650" h="2787650">
                    <a:moveTo>
                      <a:pt x="81280" y="1861820"/>
                    </a:moveTo>
                    <a:cubicBezTo>
                      <a:pt x="73660" y="1841500"/>
                      <a:pt x="67310" y="1819910"/>
                      <a:pt x="60960" y="1799590"/>
                    </a:cubicBezTo>
                    <a:lnTo>
                      <a:pt x="1800860" y="59690"/>
                    </a:lnTo>
                    <a:cubicBezTo>
                      <a:pt x="1821180" y="66040"/>
                      <a:pt x="1842770" y="72390"/>
                      <a:pt x="1863090" y="80010"/>
                    </a:cubicBezTo>
                    <a:lnTo>
                      <a:pt x="81280" y="1861820"/>
                    </a:lnTo>
                    <a:close/>
                    <a:moveTo>
                      <a:pt x="1597660" y="15240"/>
                    </a:moveTo>
                    <a:cubicBezTo>
                      <a:pt x="1573530" y="11430"/>
                      <a:pt x="1548130" y="8890"/>
                      <a:pt x="1524000" y="6350"/>
                    </a:cubicBezTo>
                    <a:lnTo>
                      <a:pt x="6350" y="1524000"/>
                    </a:lnTo>
                    <a:cubicBezTo>
                      <a:pt x="8890" y="1548130"/>
                      <a:pt x="11430" y="1573530"/>
                      <a:pt x="15240" y="1597660"/>
                    </a:cubicBezTo>
                    <a:lnTo>
                      <a:pt x="1597660" y="15240"/>
                    </a:lnTo>
                    <a:close/>
                    <a:moveTo>
                      <a:pt x="2189480" y="248920"/>
                    </a:moveTo>
                    <a:cubicBezTo>
                      <a:pt x="2172970" y="237490"/>
                      <a:pt x="2156460" y="226060"/>
                      <a:pt x="2139950" y="215900"/>
                    </a:cubicBezTo>
                    <a:lnTo>
                      <a:pt x="215900" y="2139950"/>
                    </a:lnTo>
                    <a:cubicBezTo>
                      <a:pt x="226060" y="2156460"/>
                      <a:pt x="237490" y="2172970"/>
                      <a:pt x="248920" y="2189480"/>
                    </a:cubicBezTo>
                    <a:lnTo>
                      <a:pt x="2189480" y="248920"/>
                    </a:lnTo>
                    <a:close/>
                    <a:moveTo>
                      <a:pt x="1979930" y="128270"/>
                    </a:moveTo>
                    <a:cubicBezTo>
                      <a:pt x="1960880" y="119380"/>
                      <a:pt x="1941830" y="110490"/>
                      <a:pt x="1922780" y="102870"/>
                    </a:cubicBezTo>
                    <a:lnTo>
                      <a:pt x="104140" y="1921510"/>
                    </a:lnTo>
                    <a:cubicBezTo>
                      <a:pt x="111760" y="1940560"/>
                      <a:pt x="120650" y="1959610"/>
                      <a:pt x="129540" y="1978660"/>
                    </a:cubicBezTo>
                    <a:lnTo>
                      <a:pt x="1979930" y="128270"/>
                    </a:lnTo>
                    <a:close/>
                    <a:moveTo>
                      <a:pt x="2087880" y="185420"/>
                    </a:moveTo>
                    <a:cubicBezTo>
                      <a:pt x="2070100" y="175260"/>
                      <a:pt x="2052320" y="165100"/>
                      <a:pt x="2034540" y="156210"/>
                    </a:cubicBezTo>
                    <a:lnTo>
                      <a:pt x="154940" y="2035810"/>
                    </a:lnTo>
                    <a:cubicBezTo>
                      <a:pt x="163830" y="2053590"/>
                      <a:pt x="173990" y="2071370"/>
                      <a:pt x="184150" y="2089150"/>
                    </a:cubicBezTo>
                    <a:lnTo>
                      <a:pt x="2087880" y="185420"/>
                    </a:lnTo>
                    <a:close/>
                    <a:moveTo>
                      <a:pt x="834390" y="116840"/>
                    </a:moveTo>
                    <a:cubicBezTo>
                      <a:pt x="774700" y="143510"/>
                      <a:pt x="716280" y="173990"/>
                      <a:pt x="660400" y="208280"/>
                    </a:cubicBezTo>
                    <a:lnTo>
                      <a:pt x="208280" y="660400"/>
                    </a:lnTo>
                    <a:cubicBezTo>
                      <a:pt x="172720" y="716280"/>
                      <a:pt x="142240" y="774700"/>
                      <a:pt x="116840" y="834390"/>
                    </a:cubicBezTo>
                    <a:lnTo>
                      <a:pt x="834390" y="116840"/>
                    </a:lnTo>
                    <a:close/>
                    <a:moveTo>
                      <a:pt x="1363980" y="0"/>
                    </a:moveTo>
                    <a:lnTo>
                      <a:pt x="0" y="1363980"/>
                    </a:lnTo>
                    <a:cubicBezTo>
                      <a:pt x="0" y="1391920"/>
                      <a:pt x="0" y="1418590"/>
                      <a:pt x="1270" y="1446530"/>
                    </a:cubicBezTo>
                    <a:lnTo>
                      <a:pt x="1445260" y="1270"/>
                    </a:lnTo>
                    <a:cubicBezTo>
                      <a:pt x="1418590" y="0"/>
                      <a:pt x="1390650" y="0"/>
                      <a:pt x="1363980" y="0"/>
                    </a:cubicBezTo>
                    <a:close/>
                    <a:moveTo>
                      <a:pt x="2787650" y="1386840"/>
                    </a:moveTo>
                    <a:lnTo>
                      <a:pt x="1386840" y="2787650"/>
                    </a:lnTo>
                    <a:cubicBezTo>
                      <a:pt x="1414780" y="2787650"/>
                      <a:pt x="1443990" y="2787650"/>
                      <a:pt x="1471930" y="2785110"/>
                    </a:cubicBezTo>
                    <a:lnTo>
                      <a:pt x="2785110" y="1471930"/>
                    </a:lnTo>
                    <a:cubicBezTo>
                      <a:pt x="2786380" y="1443990"/>
                      <a:pt x="2787650" y="1414780"/>
                      <a:pt x="2787650" y="1386840"/>
                    </a:cubicBezTo>
                    <a:close/>
                    <a:moveTo>
                      <a:pt x="2283460" y="321310"/>
                    </a:moveTo>
                    <a:cubicBezTo>
                      <a:pt x="2268220" y="308610"/>
                      <a:pt x="2252980" y="295910"/>
                      <a:pt x="2237740" y="284480"/>
                    </a:cubicBezTo>
                    <a:lnTo>
                      <a:pt x="284480" y="2237740"/>
                    </a:lnTo>
                    <a:cubicBezTo>
                      <a:pt x="295910" y="2252980"/>
                      <a:pt x="308610" y="2268220"/>
                      <a:pt x="321310" y="2283460"/>
                    </a:cubicBezTo>
                    <a:lnTo>
                      <a:pt x="2283460" y="321310"/>
                    </a:lnTo>
                    <a:close/>
                    <a:moveTo>
                      <a:pt x="1276350" y="5080"/>
                    </a:moveTo>
                    <a:cubicBezTo>
                      <a:pt x="1244600" y="7620"/>
                      <a:pt x="1214120" y="11430"/>
                      <a:pt x="1182370" y="16510"/>
                    </a:cubicBezTo>
                    <a:lnTo>
                      <a:pt x="16510" y="1182370"/>
                    </a:lnTo>
                    <a:cubicBezTo>
                      <a:pt x="11430" y="1214120"/>
                      <a:pt x="7620" y="1244600"/>
                      <a:pt x="5080" y="1276350"/>
                    </a:cubicBezTo>
                    <a:lnTo>
                      <a:pt x="1276350" y="5080"/>
                    </a:lnTo>
                    <a:close/>
                    <a:moveTo>
                      <a:pt x="1080770" y="35560"/>
                    </a:moveTo>
                    <a:cubicBezTo>
                      <a:pt x="1042670" y="44450"/>
                      <a:pt x="1004570" y="54610"/>
                      <a:pt x="966470" y="67310"/>
                    </a:cubicBezTo>
                    <a:lnTo>
                      <a:pt x="66040" y="966470"/>
                    </a:lnTo>
                    <a:cubicBezTo>
                      <a:pt x="54610" y="1004570"/>
                      <a:pt x="43180" y="1041400"/>
                      <a:pt x="34290" y="1080770"/>
                    </a:cubicBezTo>
                    <a:lnTo>
                      <a:pt x="1080770" y="35560"/>
                    </a:lnTo>
                    <a:close/>
                    <a:moveTo>
                      <a:pt x="1734820" y="41910"/>
                    </a:moveTo>
                    <a:cubicBezTo>
                      <a:pt x="1711960" y="36830"/>
                      <a:pt x="1690370" y="31750"/>
                      <a:pt x="1667510" y="26670"/>
                    </a:cubicBezTo>
                    <a:lnTo>
                      <a:pt x="26670" y="1667510"/>
                    </a:lnTo>
                    <a:cubicBezTo>
                      <a:pt x="31750" y="1690370"/>
                      <a:pt x="36830" y="1711960"/>
                      <a:pt x="41910" y="1734820"/>
                    </a:cubicBezTo>
                    <a:lnTo>
                      <a:pt x="1734820" y="41910"/>
                    </a:lnTo>
                    <a:close/>
                    <a:moveTo>
                      <a:pt x="2762250" y="1659890"/>
                    </a:moveTo>
                    <a:cubicBezTo>
                      <a:pt x="2768600" y="1626870"/>
                      <a:pt x="2773680" y="1595120"/>
                      <a:pt x="2777490" y="1562100"/>
                    </a:cubicBezTo>
                    <a:lnTo>
                      <a:pt x="1562100" y="2777490"/>
                    </a:lnTo>
                    <a:cubicBezTo>
                      <a:pt x="1595120" y="2773680"/>
                      <a:pt x="1628140" y="2768600"/>
                      <a:pt x="1659890" y="2762250"/>
                    </a:cubicBezTo>
                    <a:lnTo>
                      <a:pt x="2762250" y="1659890"/>
                    </a:lnTo>
                    <a:close/>
                    <a:moveTo>
                      <a:pt x="2785110" y="1306830"/>
                    </a:moveTo>
                    <a:cubicBezTo>
                      <a:pt x="2783840" y="1281430"/>
                      <a:pt x="2781300" y="1256030"/>
                      <a:pt x="2778760" y="1230630"/>
                    </a:cubicBezTo>
                    <a:lnTo>
                      <a:pt x="1230630" y="2777490"/>
                    </a:lnTo>
                    <a:cubicBezTo>
                      <a:pt x="1256030" y="2780030"/>
                      <a:pt x="1281430" y="2782570"/>
                      <a:pt x="1306830" y="2783840"/>
                    </a:cubicBezTo>
                    <a:lnTo>
                      <a:pt x="2785110" y="1306830"/>
                    </a:lnTo>
                    <a:close/>
                    <a:moveTo>
                      <a:pt x="2767330" y="1158240"/>
                    </a:moveTo>
                    <a:cubicBezTo>
                      <a:pt x="2763520" y="1135380"/>
                      <a:pt x="2758440" y="1112520"/>
                      <a:pt x="2753360" y="1089660"/>
                    </a:cubicBezTo>
                    <a:lnTo>
                      <a:pt x="1088390" y="2753360"/>
                    </a:lnTo>
                    <a:cubicBezTo>
                      <a:pt x="1111250" y="2758440"/>
                      <a:pt x="1134110" y="2763520"/>
                      <a:pt x="1156970" y="2767330"/>
                    </a:cubicBezTo>
                    <a:lnTo>
                      <a:pt x="2767330" y="1158240"/>
                    </a:lnTo>
                    <a:close/>
                    <a:moveTo>
                      <a:pt x="2369820" y="398780"/>
                    </a:moveTo>
                    <a:cubicBezTo>
                      <a:pt x="2355850" y="384810"/>
                      <a:pt x="2341880" y="372110"/>
                      <a:pt x="2327910" y="358140"/>
                    </a:cubicBezTo>
                    <a:lnTo>
                      <a:pt x="359410" y="2326640"/>
                    </a:lnTo>
                    <a:cubicBezTo>
                      <a:pt x="372110" y="2340610"/>
                      <a:pt x="386080" y="2354580"/>
                      <a:pt x="400050" y="2368550"/>
                    </a:cubicBezTo>
                    <a:lnTo>
                      <a:pt x="2369820" y="398780"/>
                    </a:lnTo>
                    <a:close/>
                    <a:moveTo>
                      <a:pt x="2451100" y="2301240"/>
                    </a:moveTo>
                    <a:cubicBezTo>
                      <a:pt x="2520950" y="2219960"/>
                      <a:pt x="2579370" y="2133600"/>
                      <a:pt x="2627630" y="2042160"/>
                    </a:cubicBezTo>
                    <a:lnTo>
                      <a:pt x="2042160" y="2627630"/>
                    </a:lnTo>
                    <a:cubicBezTo>
                      <a:pt x="2133600" y="2579370"/>
                      <a:pt x="2219960" y="2520950"/>
                      <a:pt x="2301240" y="2451100"/>
                    </a:cubicBezTo>
                    <a:lnTo>
                      <a:pt x="2451100" y="2301240"/>
                    </a:lnTo>
                    <a:close/>
                    <a:moveTo>
                      <a:pt x="2736850" y="1023620"/>
                    </a:moveTo>
                    <a:cubicBezTo>
                      <a:pt x="2730500" y="1002030"/>
                      <a:pt x="2724150" y="981710"/>
                      <a:pt x="2717800" y="960120"/>
                    </a:cubicBezTo>
                    <a:lnTo>
                      <a:pt x="960120" y="2717800"/>
                    </a:lnTo>
                    <a:cubicBezTo>
                      <a:pt x="981710" y="2724150"/>
                      <a:pt x="1002030" y="2730500"/>
                      <a:pt x="1023620" y="2736850"/>
                    </a:cubicBezTo>
                    <a:lnTo>
                      <a:pt x="2736850" y="1023620"/>
                    </a:lnTo>
                    <a:close/>
                    <a:moveTo>
                      <a:pt x="2696210" y="1892300"/>
                    </a:moveTo>
                    <a:cubicBezTo>
                      <a:pt x="2711450" y="1851660"/>
                      <a:pt x="2725420" y="1811020"/>
                      <a:pt x="2736850" y="1769110"/>
                    </a:cubicBezTo>
                    <a:lnTo>
                      <a:pt x="1769110" y="2736850"/>
                    </a:lnTo>
                    <a:cubicBezTo>
                      <a:pt x="1811020" y="2725420"/>
                      <a:pt x="1851660" y="2711450"/>
                      <a:pt x="1892300" y="2696210"/>
                    </a:cubicBezTo>
                    <a:lnTo>
                      <a:pt x="2696210" y="1892300"/>
                    </a:lnTo>
                    <a:close/>
                    <a:moveTo>
                      <a:pt x="2523490" y="576580"/>
                    </a:moveTo>
                    <a:cubicBezTo>
                      <a:pt x="2512060" y="561340"/>
                      <a:pt x="2500630" y="544830"/>
                      <a:pt x="2487930" y="529590"/>
                    </a:cubicBezTo>
                    <a:lnTo>
                      <a:pt x="529590" y="2486660"/>
                    </a:lnTo>
                    <a:cubicBezTo>
                      <a:pt x="544830" y="2499360"/>
                      <a:pt x="561340" y="2510790"/>
                      <a:pt x="576580" y="2522220"/>
                    </a:cubicBezTo>
                    <a:lnTo>
                      <a:pt x="2523490" y="576580"/>
                    </a:lnTo>
                    <a:close/>
                    <a:moveTo>
                      <a:pt x="2696210" y="899160"/>
                    </a:moveTo>
                    <a:cubicBezTo>
                      <a:pt x="2688590" y="878840"/>
                      <a:pt x="2680970" y="859790"/>
                      <a:pt x="2672080" y="840740"/>
                    </a:cubicBezTo>
                    <a:lnTo>
                      <a:pt x="839470" y="2673350"/>
                    </a:lnTo>
                    <a:cubicBezTo>
                      <a:pt x="858520" y="2682240"/>
                      <a:pt x="878840" y="2689860"/>
                      <a:pt x="897890" y="2697480"/>
                    </a:cubicBezTo>
                    <a:lnTo>
                      <a:pt x="2696210" y="899160"/>
                    </a:lnTo>
                    <a:close/>
                    <a:moveTo>
                      <a:pt x="2449830" y="483870"/>
                    </a:moveTo>
                    <a:cubicBezTo>
                      <a:pt x="2437130" y="468630"/>
                      <a:pt x="2424430" y="454660"/>
                      <a:pt x="2410460" y="440690"/>
                    </a:cubicBezTo>
                    <a:lnTo>
                      <a:pt x="440690" y="2410460"/>
                    </a:lnTo>
                    <a:cubicBezTo>
                      <a:pt x="454660" y="2424430"/>
                      <a:pt x="469900" y="2437130"/>
                      <a:pt x="483870" y="2449830"/>
                    </a:cubicBezTo>
                    <a:lnTo>
                      <a:pt x="2449830" y="483870"/>
                    </a:lnTo>
                    <a:close/>
                    <a:moveTo>
                      <a:pt x="2588260" y="675640"/>
                    </a:moveTo>
                    <a:cubicBezTo>
                      <a:pt x="2578100" y="659130"/>
                      <a:pt x="2567940" y="641350"/>
                      <a:pt x="2556510" y="624840"/>
                    </a:cubicBezTo>
                    <a:lnTo>
                      <a:pt x="624840" y="2556510"/>
                    </a:lnTo>
                    <a:cubicBezTo>
                      <a:pt x="641350" y="2567940"/>
                      <a:pt x="657860" y="2578100"/>
                      <a:pt x="675640" y="2588260"/>
                    </a:cubicBezTo>
                    <a:lnTo>
                      <a:pt x="2588260" y="675640"/>
                    </a:lnTo>
                    <a:close/>
                    <a:moveTo>
                      <a:pt x="2646680" y="783590"/>
                    </a:moveTo>
                    <a:cubicBezTo>
                      <a:pt x="2637790" y="765810"/>
                      <a:pt x="2628900" y="746760"/>
                      <a:pt x="2618740" y="728980"/>
                    </a:cubicBezTo>
                    <a:lnTo>
                      <a:pt x="728980" y="2618740"/>
                    </a:lnTo>
                    <a:cubicBezTo>
                      <a:pt x="746760" y="2628900"/>
                      <a:pt x="764540" y="2637790"/>
                      <a:pt x="783590" y="2646680"/>
                    </a:cubicBezTo>
                    <a:lnTo>
                      <a:pt x="2646680" y="783590"/>
                    </a:lnTo>
                    <a:close/>
                  </a:path>
                </a:pathLst>
              </a:cu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</p:sp>
        </p:grpSp>
        <p:grpSp>
          <p:nvGrpSpPr>
            <p:cNvPr id="7" name="Group 8"/>
            <p:cNvGrpSpPr>
              <a:grpSpLocks noChangeAspect="1"/>
            </p:cNvGrpSpPr>
            <p:nvPr/>
          </p:nvGrpSpPr>
          <p:grpSpPr>
            <a:xfrm>
              <a:off x="0" y="0"/>
              <a:ext cx="5663608" cy="5663608"/>
              <a:chOff x="-2540" y="-2540"/>
              <a:chExt cx="6355080" cy="6355080"/>
            </a:xfrm>
          </p:grpSpPr>
          <p:sp>
            <p:nvSpPr>
              <p:cNvPr id="8" name="Freeform 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2F5972"/>
              </a:solidFill>
            </p:spPr>
          </p:sp>
        </p:grpSp>
      </p:grpSp>
      <p:pic>
        <p:nvPicPr>
          <p:cNvPr id="1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 flipV="1">
            <a:off x="1270000" y="875996"/>
            <a:ext cx="8127399" cy="74089"/>
          </a:xfrm>
          <a:prstGeom prst="rect">
            <a:avLst/>
          </a:prstGeom>
        </p:spPr>
      </p:pic>
      <p:sp>
        <p:nvSpPr>
          <p:cNvPr id="16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11731548" y="6387050"/>
            <a:ext cx="469689" cy="469689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grpSp>
        <p:nvGrpSpPr>
          <p:cNvPr id="21" name="Group 7"/>
          <p:cNvGrpSpPr/>
          <p:nvPr/>
        </p:nvGrpSpPr>
        <p:grpSpPr>
          <a:xfrm>
            <a:off x="10938938" y="369684"/>
            <a:ext cx="235095" cy="189533"/>
            <a:chOff x="0" y="0"/>
            <a:chExt cx="6359534" cy="5126990"/>
          </a:xfrm>
          <a:solidFill>
            <a:schemeClr val="accent3"/>
          </a:solidFill>
        </p:grpSpPr>
        <p:sp>
          <p:nvSpPr>
            <p:cNvPr id="22" name="Freeform 8"/>
            <p:cNvSpPr/>
            <p:nvPr/>
          </p:nvSpPr>
          <p:spPr>
            <a:xfrm>
              <a:off x="0" y="0"/>
              <a:ext cx="6359534" cy="5126990"/>
            </a:xfrm>
            <a:custGeom>
              <a:avLst/>
              <a:gdLst/>
              <a:ahLst/>
              <a:cxnLst/>
              <a:rect l="l" t="t" r="r" b="b"/>
              <a:pathLst>
                <a:path w="6359534" h="5126990">
                  <a:moveTo>
                    <a:pt x="3537594" y="0"/>
                  </a:move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3537594" y="5126990"/>
                  </a:lnTo>
                  <a:lnTo>
                    <a:pt x="6359534" y="2564130"/>
                  </a:lnTo>
                  <a:close/>
                </a:path>
              </a:pathLst>
            </a:custGeom>
            <a:grpFill/>
          </p:spPr>
        </p:sp>
      </p:grpSp>
      <p:sp>
        <p:nvSpPr>
          <p:cNvPr id="23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9397399" y="641150"/>
            <a:ext cx="469689" cy="46968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33" name="Oval 8">
            <a:extLst>
              <a:ext uri="{FF2B5EF4-FFF2-40B4-BE49-F238E27FC236}">
                <a16:creationId xmlns="" xmlns:a16="http://schemas.microsoft.com/office/drawing/2014/main" id="{6CCFE343-5F2B-472C-AAAD-6981A78B2535}"/>
              </a:ext>
            </a:extLst>
          </p:cNvPr>
          <p:cNvSpPr/>
          <p:nvPr/>
        </p:nvSpPr>
        <p:spPr>
          <a:xfrm>
            <a:off x="369999" y="259217"/>
            <a:ext cx="600000" cy="60000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1665" y="1659964"/>
            <a:ext cx="106505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2400" dirty="0" smtClean="0"/>
              <a:t>Pembuatan </a:t>
            </a:r>
            <a:r>
              <a:rPr lang="id-ID" sz="2400" dirty="0"/>
              <a:t>Buku Saku </a:t>
            </a:r>
            <a:r>
              <a:rPr lang="id-ID" sz="2400" dirty="0" smtClean="0"/>
              <a:t>Bapenda.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2400" dirty="0" smtClean="0"/>
              <a:t>Pembuatan </a:t>
            </a:r>
            <a:r>
              <a:rPr lang="id-ID" sz="2400" dirty="0"/>
              <a:t>Buku Profil Obyek Pajak Kendaraan Bermotor ( PKB </a:t>
            </a:r>
            <a:r>
              <a:rPr lang="id-ID" sz="2400" dirty="0" smtClean="0"/>
              <a:t>)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2400" dirty="0" smtClean="0"/>
              <a:t>Pembuatan </a:t>
            </a:r>
            <a:r>
              <a:rPr lang="id-ID" sz="2400" dirty="0"/>
              <a:t>Buku Proil </a:t>
            </a:r>
            <a:r>
              <a:rPr lang="id-ID" sz="2400" dirty="0" smtClean="0"/>
              <a:t>Bapenda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2400" dirty="0" smtClean="0"/>
              <a:t>Cetak </a:t>
            </a:r>
            <a:r>
              <a:rPr lang="id-ID" sz="2400" dirty="0"/>
              <a:t>Buku Anggaran Kas Pendapatan ( AKP </a:t>
            </a:r>
            <a:r>
              <a:rPr lang="id-ID" sz="2400" dirty="0" smtClean="0"/>
              <a:t>)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2400" dirty="0" smtClean="0"/>
              <a:t>Cetak </a:t>
            </a:r>
            <a:r>
              <a:rPr lang="id-ID" sz="2400" dirty="0"/>
              <a:t>Buku Laporan </a:t>
            </a:r>
            <a:r>
              <a:rPr lang="id-ID" sz="2400" dirty="0" smtClean="0"/>
              <a:t>Struktural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2400" dirty="0" smtClean="0"/>
              <a:t>Video </a:t>
            </a:r>
            <a:r>
              <a:rPr lang="id-ID" sz="2400" dirty="0"/>
              <a:t>Profil Satuan </a:t>
            </a:r>
            <a:r>
              <a:rPr lang="id-ID" sz="2400" dirty="0" smtClean="0"/>
              <a:t>Kerja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sz="2400" dirty="0" smtClean="0"/>
              <a:t>Rapat </a:t>
            </a:r>
            <a:r>
              <a:rPr lang="id-ID" sz="2400" dirty="0"/>
              <a:t>Teknis Penatausahaan e-Pelaporan dan e-Samsat.</a:t>
            </a:r>
          </a:p>
          <a:p>
            <a:pPr>
              <a:buNone/>
            </a:pPr>
            <a:r>
              <a:rPr lang="id-ID" sz="2400" dirty="0"/>
              <a:t>	</a:t>
            </a:r>
            <a:r>
              <a:rPr lang="id-ID" sz="2400" dirty="0" smtClean="0"/>
              <a:t>Kegiatan </a:t>
            </a:r>
            <a:r>
              <a:rPr lang="id-ID" sz="2400" dirty="0"/>
              <a:t>Pembuatan Buku AKP Murni, Buku Profil PKB, Buku Profil Bapenda dan Video Profil Satuan Kerja sudah dilaksanakan dan Rapat teknis e-Pelaporan dan e-Samsat sudah dilaksanakan tanggal 6 s.d 8 September 2022, untuk pembuatan buku saku akan dilaksanakan bulan Oktober 2022. </a:t>
            </a:r>
          </a:p>
          <a:p>
            <a:pPr>
              <a:buNone/>
            </a:pPr>
            <a:r>
              <a:rPr lang="id-ID" sz="2400" dirty="0"/>
              <a:t>		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7083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5910" y="1304795"/>
            <a:ext cx="9835356" cy="396964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+mj-lt"/>
              <a:buAutoNum type="arabicPeriod"/>
            </a:pPr>
            <a:r>
              <a:rPr lang="id-ID" sz="2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Rapat </a:t>
            </a:r>
            <a:r>
              <a:rPr lang="id-ID" sz="2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Teknis </a:t>
            </a:r>
            <a:r>
              <a:rPr lang="id-ID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dan Implementasi Aplikasi E-La ( Elektronik Laporan ).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id-ID" sz="2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Rapat Teknis E-Pelaporan sudah dilaksanakan tanggal: 6 s.d 8 September 2022 dengan peserta Petugas Supervisi dan Pelaporan UPPD materi yang diberikan yaitu Pelaporan Pajak Daerah (PD) 1 s.d PD 8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id-ID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Pelaporan </a:t>
            </a:r>
            <a:r>
              <a:rPr lang="id-ID" sz="2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</a:t>
            </a:r>
            <a:r>
              <a:rPr lang="id-ID" sz="2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nanganan piutang pada </a:t>
            </a:r>
            <a:r>
              <a:rPr lang="id-ID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aplikasi E-la </a:t>
            </a:r>
            <a:r>
              <a:rPr lang="id-ID" sz="22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 Format PD 9 s.d PD 11 : akan dilakukan koordinasi dengan Bidang Pajak </a:t>
            </a:r>
          </a:p>
          <a:p>
            <a:pPr marL="800100" marR="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</a:pPr>
            <a:endParaRPr lang="en-US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</a:pPr>
            <a:r>
              <a:rPr lang="id-ID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Format </a:t>
            </a:r>
            <a:r>
              <a:rPr lang="id-ID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PD.9    =  Rekap piutang pajak Kendaraan Bermotor.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</a:pPr>
            <a:r>
              <a:rPr lang="id-ID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Format PD </a:t>
            </a:r>
            <a:r>
              <a:rPr lang="id-ID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 </a:t>
            </a:r>
            <a:r>
              <a:rPr lang="id-ID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 </a:t>
            </a:r>
            <a:r>
              <a:rPr lang="id-ID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Rekap hasil penelitian setempat dan klarifikasi kepemilikan KBM atas </a:t>
            </a:r>
          </a:p>
          <a:p>
            <a:pPr lvl="2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id-ID" sz="1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</a:t>
            </a:r>
            <a:r>
              <a:rPr lang="id-ID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penyampaian SPKPPKB (Door to Door).</a:t>
            </a:r>
            <a:endParaRPr lang="en-US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</a:pPr>
            <a:r>
              <a:rPr lang="id-ID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Format PD </a:t>
            </a:r>
            <a:r>
              <a:rPr lang="id-ID" sz="1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id-ID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 </a:t>
            </a:r>
            <a:r>
              <a:rPr lang="id-ID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Rekap pelunasan piutang PKB (pembayaran tunggakan</a:t>
            </a:r>
            <a:r>
              <a:rPr lang="id-ID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id-ID" sz="4000" dirty="0"/>
          </a:p>
          <a:p>
            <a:pPr marL="2868613" indent="-2868613">
              <a:buNone/>
            </a:pPr>
            <a:endParaRPr lang="id-ID" sz="4000" dirty="0"/>
          </a:p>
          <a:p>
            <a:pPr marL="2868613" indent="-2868613">
              <a:buNone/>
            </a:pPr>
            <a:endParaRPr lang="id-ID" sz="4000" dirty="0"/>
          </a:p>
          <a:p>
            <a:pPr marL="2868613" indent="-2868613">
              <a:buNone/>
            </a:pPr>
            <a:endParaRPr lang="id-ID" sz="4000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271476" y="365507"/>
            <a:ext cx="6039987" cy="549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4400" spc="279" dirty="0" err="1" smtClean="0">
                <a:solidFill>
                  <a:srgbClr val="FF0000"/>
                </a:solidFill>
                <a:latin typeface="Franklin Gothic Medium Cond" pitchFamily="34" charset="0"/>
              </a:rPr>
              <a:t>Implementasi</a:t>
            </a:r>
            <a:r>
              <a:rPr lang="en-US" sz="4400" spc="279" dirty="0" smtClean="0">
                <a:solidFill>
                  <a:srgbClr val="FF0000"/>
                </a:solidFill>
                <a:latin typeface="Franklin Gothic Medium Cond" pitchFamily="34" charset="0"/>
              </a:rPr>
              <a:t> e-</a:t>
            </a:r>
            <a:r>
              <a:rPr lang="en-US" sz="4400" spc="279" dirty="0" err="1" smtClean="0">
                <a:solidFill>
                  <a:srgbClr val="FF0000"/>
                </a:solidFill>
                <a:latin typeface="Franklin Gothic Medium Cond" pitchFamily="34" charset="0"/>
              </a:rPr>
              <a:t>Laporan</a:t>
            </a:r>
            <a:endParaRPr lang="en-US" sz="4400" spc="279" dirty="0">
              <a:solidFill>
                <a:srgbClr val="FF0000"/>
              </a:solidFill>
              <a:latin typeface="Franklin Gothic Medium Cond" pitchFamily="34" charset="0"/>
            </a:endParaRP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 flipV="1">
            <a:off x="304085" y="914633"/>
            <a:ext cx="8127399" cy="74089"/>
          </a:xfrm>
          <a:prstGeom prst="rect">
            <a:avLst/>
          </a:prstGeom>
        </p:spPr>
      </p:pic>
      <p:sp>
        <p:nvSpPr>
          <p:cNvPr id="7" name="Oval 5">
            <a:extLst>
              <a:ext uri="{FF2B5EF4-FFF2-40B4-BE49-F238E27FC236}">
                <a16:creationId xmlns="" xmlns:a16="http://schemas.microsoft.com/office/drawing/2014/main" id="{FEC21FB7-F7DD-46AE-9A81-CECACF46FAD9}"/>
              </a:ext>
            </a:extLst>
          </p:cNvPr>
          <p:cNvSpPr/>
          <p:nvPr/>
        </p:nvSpPr>
        <p:spPr>
          <a:xfrm>
            <a:off x="8431484" y="679787"/>
            <a:ext cx="469689" cy="46968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086" y="5435191"/>
            <a:ext cx="845354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id-ID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Kegiatan </a:t>
            </a:r>
            <a:r>
              <a:rPr lang="id-ID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 Koordinator Pengolahan Data Pendapatan </a:t>
            </a:r>
            <a:r>
              <a:rPr lang="id-ID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sudah dilaksanakan,</a:t>
            </a:r>
            <a:r>
              <a:rPr 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saat </a:t>
            </a:r>
            <a:r>
              <a:rPr lang="id-ID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 menungu proses administrasi </a:t>
            </a:r>
            <a:r>
              <a:rPr lang="id-ID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pembayaran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pada </a:t>
            </a:r>
            <a:r>
              <a:rPr lang="id-ID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pihak ke 3.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399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33360" y="1198880"/>
            <a:ext cx="4358640" cy="11684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dirty="0">
                <a:solidFill>
                  <a:prstClr val="white"/>
                </a:solidFill>
                <a:latin typeface="Bahnschrift Condensed" panose="020B0502040204020203" pitchFamily="34" charset="0"/>
              </a:rPr>
              <a:t>   TERIMA KASIH</a:t>
            </a:r>
          </a:p>
        </p:txBody>
      </p:sp>
      <p:sp>
        <p:nvSpPr>
          <p:cNvPr id="3" name="Rectangle 2"/>
          <p:cNvSpPr/>
          <p:nvPr/>
        </p:nvSpPr>
        <p:spPr>
          <a:xfrm>
            <a:off x="7569200" y="1046480"/>
            <a:ext cx="4622800" cy="11684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dirty="0">
                <a:solidFill>
                  <a:prstClr val="white"/>
                </a:solidFill>
                <a:latin typeface="Bahnschrift Condensed" panose="020B0502040204020203" pitchFamily="34" charset="0"/>
              </a:rPr>
              <a:t>   </a:t>
            </a:r>
          </a:p>
        </p:txBody>
      </p:sp>
      <p:pic>
        <p:nvPicPr>
          <p:cNvPr id="2064" name="Picture 16" descr="Atom PNG, Atom Transparent Background - FreeIcons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406" y="1630680"/>
            <a:ext cx="2609608" cy="2609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64714"/>
          <a:stretch/>
        </p:blipFill>
        <p:spPr>
          <a:xfrm>
            <a:off x="6513867" y="4318000"/>
            <a:ext cx="3366733" cy="2540000"/>
          </a:xfrm>
          <a:prstGeom prst="rect">
            <a:avLst/>
          </a:prstGeom>
        </p:spPr>
      </p:pic>
      <p:pic>
        <p:nvPicPr>
          <p:cNvPr id="2070" name="Picture 22" descr="BTS Icon - Free PNG &amp; SVG 4142993 - Noun Projec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317" y="4865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11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678</Words>
  <Application>Microsoft Office PowerPoint</Application>
  <PresentationFormat>Widescreen</PresentationFormat>
  <Paragraphs>85</Paragraphs>
  <Slides>17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9" baseType="lpstr">
      <vt:lpstr>맑은 고딕</vt:lpstr>
      <vt:lpstr>游ゴシック</vt:lpstr>
      <vt:lpstr>Arial</vt:lpstr>
      <vt:lpstr>Bahnschrift Condensed</vt:lpstr>
      <vt:lpstr>Bookman Old Style</vt:lpstr>
      <vt:lpstr>Calibri</vt:lpstr>
      <vt:lpstr>Calibri Light</vt:lpstr>
      <vt:lpstr>Franklin Gothic Book</vt:lpstr>
      <vt:lpstr>Franklin Gothic Medium Cond</vt:lpstr>
      <vt:lpstr>Garamond</vt:lpstr>
      <vt:lpstr>Lobster</vt:lpstr>
      <vt:lpstr>Raleway</vt:lpstr>
      <vt:lpstr>Swis721 Hv BT</vt:lpstr>
      <vt:lpstr>Times New Roman</vt:lpstr>
      <vt:lpstr>Trebuchet MS</vt:lpstr>
      <vt:lpstr>Wingdings</vt:lpstr>
      <vt:lpstr>Wingdings 3</vt:lpstr>
      <vt:lpstr>2_Office Theme</vt:lpstr>
      <vt:lpstr>3_Office Theme</vt:lpstr>
      <vt:lpstr>1_Office Theme</vt:lpstr>
      <vt:lpstr>Facet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SUBBID PDP Pagu Anggaran dan Realisasi s.d Agustus 2022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HP</cp:lastModifiedBy>
  <cp:revision>72</cp:revision>
  <cp:lastPrinted>2022-03-07T01:40:08Z</cp:lastPrinted>
  <dcterms:created xsi:type="dcterms:W3CDTF">2022-02-15T08:09:04Z</dcterms:created>
  <dcterms:modified xsi:type="dcterms:W3CDTF">2022-09-15T11:53:40Z</dcterms:modified>
</cp:coreProperties>
</file>