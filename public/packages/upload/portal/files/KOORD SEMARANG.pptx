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</p:sldMasterIdLst>
  <p:handoutMasterIdLst>
    <p:handoutMasterId r:id="rId10"/>
  </p:handoutMasterIdLst>
  <p:sldIdLst>
    <p:sldId id="256" r:id="rId3"/>
    <p:sldId id="260" r:id="rId4"/>
    <p:sldId id="264" r:id="rId5"/>
    <p:sldId id="266" r:id="rId6"/>
    <p:sldId id="259" r:id="rId7"/>
    <p:sldId id="263" r:id="rId8"/>
    <p:sldId id="267" r:id="rId9"/>
  </p:sldIdLst>
  <p:sldSz cx="12192000" cy="6858000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9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BC6DC1CB-BB78-45CF-883C-F48AE64A2B22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16B7BA9-E132-4008-B4FC-0DC8941AF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815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731977" y="6708374"/>
            <a:ext cx="460375" cy="13335"/>
          </a:xfrm>
          <a:custGeom>
            <a:avLst/>
            <a:gdLst/>
            <a:ahLst/>
            <a:cxnLst/>
            <a:rect l="l" t="t" r="r" b="b"/>
            <a:pathLst>
              <a:path w="460375" h="13334">
                <a:moveTo>
                  <a:pt x="0" y="13099"/>
                </a:moveTo>
                <a:lnTo>
                  <a:pt x="460021" y="13099"/>
                </a:lnTo>
                <a:lnTo>
                  <a:pt x="460021" y="0"/>
                </a:lnTo>
                <a:lnTo>
                  <a:pt x="0" y="0"/>
                </a:lnTo>
                <a:lnTo>
                  <a:pt x="0" y="1309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9814559" y="6708374"/>
            <a:ext cx="1917700" cy="13335"/>
          </a:xfrm>
          <a:custGeom>
            <a:avLst/>
            <a:gdLst/>
            <a:ahLst/>
            <a:cxnLst/>
            <a:rect l="l" t="t" r="r" b="b"/>
            <a:pathLst>
              <a:path w="1917700" h="13334">
                <a:moveTo>
                  <a:pt x="0" y="13099"/>
                </a:moveTo>
                <a:lnTo>
                  <a:pt x="1917418" y="13099"/>
                </a:lnTo>
                <a:lnTo>
                  <a:pt x="1917418" y="0"/>
                </a:lnTo>
                <a:lnTo>
                  <a:pt x="0" y="0"/>
                </a:lnTo>
                <a:lnTo>
                  <a:pt x="0" y="13099"/>
                </a:lnTo>
                <a:close/>
              </a:path>
            </a:pathLst>
          </a:custGeom>
          <a:solidFill>
            <a:srgbClr val="FFC266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" y="105031"/>
            <a:ext cx="163195" cy="9525"/>
          </a:xfrm>
          <a:custGeom>
            <a:avLst/>
            <a:gdLst/>
            <a:ahLst/>
            <a:cxnLst/>
            <a:rect l="l" t="t" r="r" b="b"/>
            <a:pathLst>
              <a:path w="163195" h="9525">
                <a:moveTo>
                  <a:pt x="0" y="9269"/>
                </a:moveTo>
                <a:lnTo>
                  <a:pt x="162857" y="9269"/>
                </a:lnTo>
                <a:lnTo>
                  <a:pt x="162857" y="0"/>
                </a:lnTo>
                <a:lnTo>
                  <a:pt x="0" y="0"/>
                </a:lnTo>
                <a:lnTo>
                  <a:pt x="0" y="926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162858" y="105031"/>
            <a:ext cx="501650" cy="9525"/>
          </a:xfrm>
          <a:custGeom>
            <a:avLst/>
            <a:gdLst/>
            <a:ahLst/>
            <a:cxnLst/>
            <a:rect l="l" t="t" r="r" b="b"/>
            <a:pathLst>
              <a:path w="501650" h="9525">
                <a:moveTo>
                  <a:pt x="0" y="9269"/>
                </a:moveTo>
                <a:lnTo>
                  <a:pt x="501510" y="9269"/>
                </a:lnTo>
                <a:lnTo>
                  <a:pt x="501510" y="0"/>
                </a:lnTo>
                <a:lnTo>
                  <a:pt x="0" y="0"/>
                </a:lnTo>
                <a:lnTo>
                  <a:pt x="0" y="9269"/>
                </a:lnTo>
                <a:close/>
              </a:path>
            </a:pathLst>
          </a:custGeom>
          <a:solidFill>
            <a:srgbClr val="FFC266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520" y="6261152"/>
            <a:ext cx="1749878" cy="38643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0"/>
            <a:ext cx="667385" cy="105410"/>
          </a:xfrm>
          <a:custGeom>
            <a:avLst/>
            <a:gdLst/>
            <a:ahLst/>
            <a:cxnLst/>
            <a:rect l="l" t="t" r="r" b="b"/>
            <a:pathLst>
              <a:path w="667385" h="105410">
                <a:moveTo>
                  <a:pt x="667264" y="0"/>
                </a:moveTo>
                <a:lnTo>
                  <a:pt x="0" y="0"/>
                </a:lnTo>
                <a:lnTo>
                  <a:pt x="0" y="105031"/>
                </a:lnTo>
                <a:lnTo>
                  <a:pt x="667264" y="105031"/>
                </a:lnTo>
                <a:lnTo>
                  <a:pt x="667264" y="0"/>
                </a:lnTo>
                <a:close/>
              </a:path>
            </a:pathLst>
          </a:custGeom>
          <a:solidFill>
            <a:srgbClr val="E26712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667385" cy="105410"/>
          </a:xfrm>
          <a:custGeom>
            <a:avLst/>
            <a:gdLst/>
            <a:ahLst/>
            <a:cxnLst/>
            <a:rect l="l" t="t" r="r" b="b"/>
            <a:pathLst>
              <a:path w="667385" h="105410">
                <a:moveTo>
                  <a:pt x="0" y="0"/>
                </a:moveTo>
                <a:lnTo>
                  <a:pt x="667265" y="0"/>
                </a:lnTo>
                <a:lnTo>
                  <a:pt x="667265" y="105032"/>
                </a:lnTo>
                <a:lnTo>
                  <a:pt x="0" y="1050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3" name="bg object 23"/>
          <p:cNvSpPr/>
          <p:nvPr/>
        </p:nvSpPr>
        <p:spPr>
          <a:xfrm>
            <a:off x="9812460" y="6363407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9812460" y="6354826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9812460" y="6363407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2379539" y="0"/>
                </a:moveTo>
                <a:lnTo>
                  <a:pt x="0" y="0"/>
                </a:lnTo>
                <a:lnTo>
                  <a:pt x="0" y="338925"/>
                </a:lnTo>
                <a:lnTo>
                  <a:pt x="2379539" y="338925"/>
                </a:lnTo>
                <a:lnTo>
                  <a:pt x="2379539" y="0"/>
                </a:lnTo>
                <a:close/>
              </a:path>
            </a:pathLst>
          </a:custGeom>
          <a:solidFill>
            <a:srgbClr val="E26712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6" name="bg object 26"/>
          <p:cNvSpPr/>
          <p:nvPr/>
        </p:nvSpPr>
        <p:spPr>
          <a:xfrm>
            <a:off x="9812460" y="6363407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7" name="bg object 27"/>
          <p:cNvSpPr/>
          <p:nvPr/>
        </p:nvSpPr>
        <p:spPr>
          <a:xfrm>
            <a:off x="9812460" y="6354826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2379539" y="0"/>
                </a:moveTo>
                <a:lnTo>
                  <a:pt x="0" y="0"/>
                </a:lnTo>
                <a:lnTo>
                  <a:pt x="0" y="338925"/>
                </a:lnTo>
                <a:lnTo>
                  <a:pt x="2379539" y="338925"/>
                </a:lnTo>
                <a:lnTo>
                  <a:pt x="2379539" y="0"/>
                </a:lnTo>
                <a:close/>
              </a:path>
            </a:pathLst>
          </a:custGeom>
          <a:solidFill>
            <a:srgbClr val="E26712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8" name="bg object 28"/>
          <p:cNvSpPr/>
          <p:nvPr/>
        </p:nvSpPr>
        <p:spPr>
          <a:xfrm>
            <a:off x="9812460" y="6354826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9" name="bg object 29"/>
          <p:cNvSpPr/>
          <p:nvPr/>
        </p:nvSpPr>
        <p:spPr>
          <a:xfrm>
            <a:off x="9814571" y="6369449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30" name="bg object 30"/>
          <p:cNvSpPr/>
          <p:nvPr/>
        </p:nvSpPr>
        <p:spPr>
          <a:xfrm>
            <a:off x="9814571" y="6369449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2379539" y="0"/>
                </a:moveTo>
                <a:lnTo>
                  <a:pt x="0" y="0"/>
                </a:lnTo>
                <a:lnTo>
                  <a:pt x="0" y="338925"/>
                </a:lnTo>
                <a:lnTo>
                  <a:pt x="2379539" y="338925"/>
                </a:lnTo>
                <a:lnTo>
                  <a:pt x="2379539" y="0"/>
                </a:lnTo>
                <a:close/>
              </a:path>
            </a:pathLst>
          </a:custGeom>
          <a:solidFill>
            <a:srgbClr val="E26712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31" name="bg object 31"/>
          <p:cNvSpPr/>
          <p:nvPr/>
        </p:nvSpPr>
        <p:spPr>
          <a:xfrm>
            <a:off x="9814571" y="6369449"/>
            <a:ext cx="2379980" cy="339090"/>
          </a:xfrm>
          <a:custGeom>
            <a:avLst/>
            <a:gdLst/>
            <a:ahLst/>
            <a:cxnLst/>
            <a:rect l="l" t="t" r="r" b="b"/>
            <a:pathLst>
              <a:path w="2379979" h="339090">
                <a:moveTo>
                  <a:pt x="0" y="0"/>
                </a:moveTo>
                <a:lnTo>
                  <a:pt x="2379539" y="0"/>
                </a:lnTo>
                <a:lnTo>
                  <a:pt x="2379539" y="338925"/>
                </a:lnTo>
                <a:lnTo>
                  <a:pt x="0" y="3389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BC6F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02489" y="2305812"/>
            <a:ext cx="53870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D0D0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84230" y="3897883"/>
            <a:ext cx="10023538" cy="76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074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C6F0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290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C6F0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899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C6F0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076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88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261" y="344931"/>
            <a:ext cx="10777855" cy="1229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C6F0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3441" y="2268664"/>
            <a:ext cx="7757795" cy="3792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70019" y="6428740"/>
            <a:ext cx="1232534" cy="191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defTabSz="914400"/>
            <a:r>
              <a:rPr spc="-20" dirty="0">
                <a:solidFill>
                  <a:prstClr val="white"/>
                </a:solidFill>
              </a:rPr>
              <a:t>Yes,</a:t>
            </a:r>
            <a:r>
              <a:rPr spc="-55" dirty="0">
                <a:solidFill>
                  <a:prstClr val="white"/>
                </a:solidFill>
              </a:rPr>
              <a:t> </a:t>
            </a:r>
            <a:r>
              <a:rPr spc="-20" dirty="0">
                <a:solidFill>
                  <a:prstClr val="white"/>
                </a:solidFill>
              </a:rPr>
              <a:t>I</a:t>
            </a:r>
            <a:r>
              <a:rPr spc="-50" dirty="0">
                <a:solidFill>
                  <a:prstClr val="white"/>
                </a:solidFill>
              </a:rPr>
              <a:t> </a:t>
            </a:r>
            <a:r>
              <a:rPr spc="40" dirty="0">
                <a:solidFill>
                  <a:prstClr val="white"/>
                </a:solidFill>
              </a:rPr>
              <a:t>Can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15" dirty="0">
                <a:solidFill>
                  <a:prstClr val="white"/>
                </a:solidFill>
              </a:rPr>
              <a:t>Innovate!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893311" y="6406388"/>
            <a:ext cx="1795779" cy="410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 marR="5080" defTabSz="914400">
              <a:lnSpc>
                <a:spcPts val="1390"/>
              </a:lnSpc>
              <a:spcBef>
                <a:spcPts val="185"/>
              </a:spcBef>
            </a:pPr>
            <a:r>
              <a:rPr spc="40" dirty="0">
                <a:solidFill>
                  <a:prstClr val="white"/>
                </a:solidFill>
              </a:rPr>
              <a:t>Design</a:t>
            </a:r>
            <a:r>
              <a:rPr spc="-45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Thinking</a:t>
            </a:r>
            <a:r>
              <a:rPr spc="-30" dirty="0">
                <a:solidFill>
                  <a:prstClr val="white"/>
                </a:solidFill>
              </a:rPr>
              <a:t> </a:t>
            </a:r>
            <a:r>
              <a:rPr spc="-35" dirty="0">
                <a:solidFill>
                  <a:prstClr val="white"/>
                </a:solidFill>
              </a:rPr>
              <a:t>for </a:t>
            </a:r>
            <a:r>
              <a:rPr spc="-5" dirty="0">
                <a:solidFill>
                  <a:prstClr val="white"/>
                </a:solidFill>
              </a:rPr>
              <a:t>Social </a:t>
            </a:r>
            <a:r>
              <a:rPr spc="-350" dirty="0">
                <a:solidFill>
                  <a:prstClr val="white"/>
                </a:solidFill>
              </a:rPr>
              <a:t> </a:t>
            </a:r>
            <a:r>
              <a:rPr spc="-5" dirty="0">
                <a:solidFill>
                  <a:prstClr val="white"/>
                </a:solidFill>
              </a:rPr>
              <a:t>Innovation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8162" y="6449957"/>
            <a:ext cx="24765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defTabSz="914400">
              <a:spcBef>
                <a:spcPts val="55"/>
              </a:spcBef>
            </a:pPr>
            <a:fld id="{81D60167-4931-47E6-BA6A-407CBD079E47}" type="slidenum">
              <a:rPr dirty="0">
                <a:solidFill>
                  <a:prstClr val="white"/>
                </a:solidFill>
              </a:rPr>
              <a:pPr marL="38100" defTabSz="914400">
                <a:spcBef>
                  <a:spcPts val="55"/>
                </a:spcBef>
              </a:pPr>
              <a:t>‹#›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95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6000">
              <a:schemeClr val="accent5">
                <a:lumMod val="75000"/>
              </a:schemeClr>
            </a:gs>
            <a:gs pos="0">
              <a:srgbClr val="0070C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733709"/>
            <a:ext cx="9165264" cy="1373070"/>
          </a:xfrm>
        </p:spPr>
        <p:txBody>
          <a:bodyPr/>
          <a:lstStyle/>
          <a:p>
            <a:r>
              <a:rPr lang="id-ID" dirty="0" smtClean="0"/>
              <a:t>USULAN UPPD </a:t>
            </a:r>
            <a:br>
              <a:rPr lang="id-ID" dirty="0" smtClean="0"/>
            </a:br>
            <a:r>
              <a:rPr lang="id-ID" dirty="0" smtClean="0"/>
              <a:t>SE-KOORDINATOR SEMARANG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 smtClean="0"/>
              <a:t>15 September 2022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342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object 98"/>
          <p:cNvGrpSpPr/>
          <p:nvPr/>
        </p:nvGrpSpPr>
        <p:grpSpPr>
          <a:xfrm>
            <a:off x="0" y="2"/>
            <a:ext cx="777875" cy="130810"/>
            <a:chOff x="0" y="2"/>
            <a:chExt cx="777875" cy="130810"/>
          </a:xfrm>
        </p:grpSpPr>
        <p:sp>
          <p:nvSpPr>
            <p:cNvPr id="99" name="object 99"/>
            <p:cNvSpPr/>
            <p:nvPr/>
          </p:nvSpPr>
          <p:spPr>
            <a:xfrm>
              <a:off x="152400" y="2"/>
              <a:ext cx="625475" cy="130810"/>
            </a:xfrm>
            <a:custGeom>
              <a:avLst/>
              <a:gdLst/>
              <a:ahLst/>
              <a:cxnLst/>
              <a:rect l="l" t="t" r="r" b="b"/>
              <a:pathLst>
                <a:path w="625475" h="130810">
                  <a:moveTo>
                    <a:pt x="625433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625433" y="130628"/>
                  </a:lnTo>
                  <a:lnTo>
                    <a:pt x="625433" y="0"/>
                  </a:lnTo>
                  <a:close/>
                </a:path>
              </a:pathLst>
            </a:custGeom>
            <a:solidFill>
              <a:srgbClr val="FFBD4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2"/>
              <a:ext cx="152400" cy="130810"/>
            </a:xfrm>
            <a:custGeom>
              <a:avLst/>
              <a:gdLst/>
              <a:ahLst/>
              <a:cxnLst/>
              <a:rect l="l" t="t" r="r" b="b"/>
              <a:pathLst>
                <a:path w="152400" h="130810">
                  <a:moveTo>
                    <a:pt x="152400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152400" y="13062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581890" y="3523450"/>
            <a:ext cx="3194463" cy="12552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 defTabSz="914400">
              <a:lnSpc>
                <a:spcPct val="100600"/>
              </a:lnSpc>
              <a:spcBef>
                <a:spcPts val="85"/>
              </a:spcBef>
              <a:defRPr/>
            </a:pPr>
            <a:r>
              <a:rPr lang="en-US" sz="2000" b="1" dirty="0">
                <a:solidFill>
                  <a:schemeClr val="bg1"/>
                </a:solidFill>
              </a:rPr>
              <a:t>KURANGNYA SDM DIKARENAKAN BANYAK YANG AKAN </a:t>
            </a:r>
            <a:r>
              <a:rPr lang="en-US" sz="2000" b="1" dirty="0" smtClean="0">
                <a:solidFill>
                  <a:schemeClr val="bg1"/>
                </a:solidFill>
              </a:rPr>
              <a:t>PENSIUN</a:t>
            </a:r>
            <a:r>
              <a:rPr lang="id-ID" sz="2000" b="1" dirty="0" smtClean="0">
                <a:solidFill>
                  <a:schemeClr val="bg1"/>
                </a:solidFill>
              </a:rPr>
              <a:t> </a:t>
            </a:r>
          </a:p>
          <a:p>
            <a:pPr marL="12700" marR="5080" algn="ctr" defTabSz="914400">
              <a:lnSpc>
                <a:spcPct val="100600"/>
              </a:lnSpc>
              <a:spcBef>
                <a:spcPts val="85"/>
              </a:spcBef>
              <a:defRPr/>
            </a:pPr>
            <a:r>
              <a:rPr lang="id-ID" sz="2000" b="1" dirty="0" smtClean="0">
                <a:solidFill>
                  <a:schemeClr val="bg1"/>
                </a:solidFill>
              </a:rPr>
              <a:t>(DEMAK)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4003" y="1082799"/>
            <a:ext cx="2099310" cy="2118830"/>
            <a:chOff x="1492222" y="1137205"/>
            <a:chExt cx="2099310" cy="2118830"/>
          </a:xfrm>
          <a:solidFill>
            <a:schemeClr val="accent5">
              <a:lumMod val="75000"/>
            </a:schemeClr>
          </a:solidFill>
        </p:grpSpPr>
        <p:sp>
          <p:nvSpPr>
            <p:cNvPr id="6" name="object 6"/>
            <p:cNvSpPr/>
            <p:nvPr/>
          </p:nvSpPr>
          <p:spPr>
            <a:xfrm>
              <a:off x="1492222" y="1477920"/>
              <a:ext cx="2099310" cy="1778115"/>
            </a:xfrm>
            <a:custGeom>
              <a:avLst/>
              <a:gdLst/>
              <a:ahLst/>
              <a:cxnLst/>
              <a:rect l="l" t="t" r="r" b="b"/>
              <a:pathLst>
                <a:path w="2099310" h="1809750">
                  <a:moveTo>
                    <a:pt x="1646452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1"/>
                  </a:lnTo>
                  <a:lnTo>
                    <a:pt x="1646452" y="1809291"/>
                  </a:lnTo>
                  <a:lnTo>
                    <a:pt x="2098775" y="904646"/>
                  </a:lnTo>
                  <a:lnTo>
                    <a:pt x="164645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342995" y="1910033"/>
              <a:ext cx="584835" cy="469173"/>
            </a:xfrm>
            <a:custGeom>
              <a:avLst/>
              <a:gdLst/>
              <a:ahLst/>
              <a:cxnLst/>
              <a:rect l="l" t="t" r="r" b="b"/>
              <a:pathLst>
                <a:path w="584835" h="477519">
                  <a:moveTo>
                    <a:pt x="516712" y="0"/>
                  </a:moveTo>
                  <a:lnTo>
                    <a:pt x="67689" y="0"/>
                  </a:lnTo>
                  <a:lnTo>
                    <a:pt x="41404" y="6181"/>
                  </a:lnTo>
                  <a:lnTo>
                    <a:pt x="19880" y="23009"/>
                  </a:lnTo>
                  <a:lnTo>
                    <a:pt x="5339" y="47913"/>
                  </a:lnTo>
                  <a:lnTo>
                    <a:pt x="0" y="78319"/>
                  </a:lnTo>
                  <a:lnTo>
                    <a:pt x="0" y="279387"/>
                  </a:lnTo>
                  <a:lnTo>
                    <a:pt x="5339" y="309793"/>
                  </a:lnTo>
                  <a:lnTo>
                    <a:pt x="19880" y="334697"/>
                  </a:lnTo>
                  <a:lnTo>
                    <a:pt x="41404" y="351525"/>
                  </a:lnTo>
                  <a:lnTo>
                    <a:pt x="67689" y="357708"/>
                  </a:lnTo>
                  <a:lnTo>
                    <a:pt x="365390" y="357708"/>
                  </a:lnTo>
                  <a:lnTo>
                    <a:pt x="467182" y="477481"/>
                  </a:lnTo>
                  <a:lnTo>
                    <a:pt x="463715" y="357708"/>
                  </a:lnTo>
                  <a:lnTo>
                    <a:pt x="516712" y="357708"/>
                  </a:lnTo>
                  <a:lnTo>
                    <a:pt x="542997" y="351525"/>
                  </a:lnTo>
                  <a:lnTo>
                    <a:pt x="564520" y="334697"/>
                  </a:lnTo>
                  <a:lnTo>
                    <a:pt x="579061" y="309793"/>
                  </a:lnTo>
                  <a:lnTo>
                    <a:pt x="584403" y="279387"/>
                  </a:lnTo>
                  <a:lnTo>
                    <a:pt x="584403" y="78319"/>
                  </a:lnTo>
                  <a:lnTo>
                    <a:pt x="579061" y="47913"/>
                  </a:lnTo>
                  <a:lnTo>
                    <a:pt x="564520" y="23009"/>
                  </a:lnTo>
                  <a:lnTo>
                    <a:pt x="542997" y="6181"/>
                  </a:lnTo>
                  <a:lnTo>
                    <a:pt x="51671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107359" y="2033876"/>
              <a:ext cx="511809" cy="325052"/>
            </a:xfrm>
            <a:custGeom>
              <a:avLst/>
              <a:gdLst/>
              <a:ahLst/>
              <a:cxnLst/>
              <a:rect l="l" t="t" r="r" b="b"/>
              <a:pathLst>
                <a:path w="511810" h="330835">
                  <a:moveTo>
                    <a:pt x="452003" y="0"/>
                  </a:moveTo>
                  <a:lnTo>
                    <a:pt x="59193" y="0"/>
                  </a:lnTo>
                  <a:lnTo>
                    <a:pt x="36207" y="3989"/>
                  </a:lnTo>
                  <a:lnTo>
                    <a:pt x="17385" y="14855"/>
                  </a:lnTo>
                  <a:lnTo>
                    <a:pt x="4669" y="30946"/>
                  </a:lnTo>
                  <a:lnTo>
                    <a:pt x="0" y="50609"/>
                  </a:lnTo>
                  <a:lnTo>
                    <a:pt x="0" y="180416"/>
                  </a:lnTo>
                  <a:lnTo>
                    <a:pt x="4669" y="200073"/>
                  </a:lnTo>
                  <a:lnTo>
                    <a:pt x="17385" y="216165"/>
                  </a:lnTo>
                  <a:lnTo>
                    <a:pt x="36207" y="227034"/>
                  </a:lnTo>
                  <a:lnTo>
                    <a:pt x="59193" y="231025"/>
                  </a:lnTo>
                  <a:lnTo>
                    <a:pt x="105611" y="231025"/>
                  </a:lnTo>
                  <a:lnTo>
                    <a:pt x="94969" y="330212"/>
                  </a:lnTo>
                  <a:lnTo>
                    <a:pt x="191603" y="231025"/>
                  </a:lnTo>
                  <a:lnTo>
                    <a:pt x="452003" y="231025"/>
                  </a:lnTo>
                  <a:lnTo>
                    <a:pt x="475013" y="227034"/>
                  </a:lnTo>
                  <a:lnTo>
                    <a:pt x="493845" y="216165"/>
                  </a:lnTo>
                  <a:lnTo>
                    <a:pt x="506564" y="200073"/>
                  </a:lnTo>
                  <a:lnTo>
                    <a:pt x="511235" y="180416"/>
                  </a:lnTo>
                  <a:lnTo>
                    <a:pt x="511235" y="50609"/>
                  </a:lnTo>
                  <a:lnTo>
                    <a:pt x="506564" y="30946"/>
                  </a:lnTo>
                  <a:lnTo>
                    <a:pt x="493845" y="14855"/>
                  </a:lnTo>
                  <a:lnTo>
                    <a:pt x="475013" y="3989"/>
                  </a:lnTo>
                  <a:lnTo>
                    <a:pt x="45200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9523" y="2500629"/>
              <a:ext cx="208634" cy="212674"/>
            </a:xfrm>
            <a:prstGeom prst="rect">
              <a:avLst/>
            </a:prstGeom>
            <a:grpFill/>
          </p:spPr>
        </p:pic>
        <p:sp>
          <p:nvSpPr>
            <p:cNvPr id="10" name="object 10"/>
            <p:cNvSpPr/>
            <p:nvPr/>
          </p:nvSpPr>
          <p:spPr>
            <a:xfrm>
              <a:off x="2078276" y="2725558"/>
              <a:ext cx="361315" cy="217741"/>
            </a:xfrm>
            <a:custGeom>
              <a:avLst/>
              <a:gdLst/>
              <a:ahLst/>
              <a:cxnLst/>
              <a:rect l="l" t="t" r="r" b="b"/>
              <a:pathLst>
                <a:path w="361314" h="221614">
                  <a:moveTo>
                    <a:pt x="180732" y="0"/>
                  </a:moveTo>
                  <a:lnTo>
                    <a:pt x="137886" y="6626"/>
                  </a:lnTo>
                  <a:lnTo>
                    <a:pt x="98595" y="25213"/>
                  </a:lnTo>
                  <a:lnTo>
                    <a:pt x="64010" y="53699"/>
                  </a:lnTo>
                  <a:lnTo>
                    <a:pt x="35281" y="90025"/>
                  </a:lnTo>
                  <a:lnTo>
                    <a:pt x="13561" y="132129"/>
                  </a:lnTo>
                  <a:lnTo>
                    <a:pt x="0" y="177952"/>
                  </a:lnTo>
                  <a:lnTo>
                    <a:pt x="388" y="193968"/>
                  </a:lnTo>
                  <a:lnTo>
                    <a:pt x="7047" y="207648"/>
                  </a:lnTo>
                  <a:lnTo>
                    <a:pt x="18583" y="217190"/>
                  </a:lnTo>
                  <a:lnTo>
                    <a:pt x="33602" y="220789"/>
                  </a:lnTo>
                  <a:lnTo>
                    <a:pt x="327418" y="221081"/>
                  </a:lnTo>
                  <a:lnTo>
                    <a:pt x="342447" y="217516"/>
                  </a:lnTo>
                  <a:lnTo>
                    <a:pt x="354009" y="208013"/>
                  </a:lnTo>
                  <a:lnTo>
                    <a:pt x="360702" y="194356"/>
                  </a:lnTo>
                  <a:lnTo>
                    <a:pt x="361124" y="178333"/>
                  </a:lnTo>
                  <a:lnTo>
                    <a:pt x="347656" y="132482"/>
                  </a:lnTo>
                  <a:lnTo>
                    <a:pt x="326022" y="90335"/>
                  </a:lnTo>
                  <a:lnTo>
                    <a:pt x="297370" y="53952"/>
                  </a:lnTo>
                  <a:lnTo>
                    <a:pt x="262841" y="25394"/>
                  </a:lnTo>
                  <a:lnTo>
                    <a:pt x="223580" y="6723"/>
                  </a:lnTo>
                  <a:lnTo>
                    <a:pt x="18073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5961" y="2467439"/>
              <a:ext cx="247984" cy="243676"/>
            </a:xfrm>
            <a:prstGeom prst="rect">
              <a:avLst/>
            </a:prstGeom>
            <a:grpFill/>
          </p:spPr>
        </p:pic>
        <p:sp>
          <p:nvSpPr>
            <p:cNvPr id="12" name="object 12"/>
            <p:cNvSpPr/>
            <p:nvPr/>
          </p:nvSpPr>
          <p:spPr>
            <a:xfrm>
              <a:off x="2027688" y="2714472"/>
              <a:ext cx="395605" cy="229594"/>
            </a:xfrm>
            <a:custGeom>
              <a:avLst/>
              <a:gdLst/>
              <a:ahLst/>
              <a:cxnLst/>
              <a:rect l="l" t="t" r="r" b="b"/>
              <a:pathLst>
                <a:path w="395605" h="233679">
                  <a:moveTo>
                    <a:pt x="358626" y="233346"/>
                  </a:moveTo>
                  <a:lnTo>
                    <a:pt x="375089" y="229598"/>
                  </a:lnTo>
                  <a:lnTo>
                    <a:pt x="387747" y="219559"/>
                  </a:lnTo>
                  <a:lnTo>
                    <a:pt x="395072" y="205137"/>
                  </a:lnTo>
                  <a:lnTo>
                    <a:pt x="395535" y="188238"/>
                  </a:lnTo>
                  <a:lnTo>
                    <a:pt x="380786" y="139843"/>
                  </a:lnTo>
                  <a:lnTo>
                    <a:pt x="357094" y="95355"/>
                  </a:lnTo>
                  <a:lnTo>
                    <a:pt x="325712" y="56949"/>
                  </a:lnTo>
                  <a:lnTo>
                    <a:pt x="287894" y="26804"/>
                  </a:lnTo>
                  <a:lnTo>
                    <a:pt x="244893" y="7095"/>
                  </a:lnTo>
                  <a:lnTo>
                    <a:pt x="197963" y="0"/>
                  </a:lnTo>
                  <a:lnTo>
                    <a:pt x="151017" y="6994"/>
                  </a:lnTo>
                  <a:lnTo>
                    <a:pt x="107974" y="26612"/>
                  </a:lnTo>
                  <a:lnTo>
                    <a:pt x="70092" y="56680"/>
                  </a:lnTo>
                  <a:lnTo>
                    <a:pt x="38630" y="95026"/>
                  </a:lnTo>
                  <a:lnTo>
                    <a:pt x="14846" y="139477"/>
                  </a:lnTo>
                  <a:lnTo>
                    <a:pt x="0" y="187858"/>
                  </a:lnTo>
                  <a:lnTo>
                    <a:pt x="422" y="204740"/>
                  </a:lnTo>
                  <a:lnTo>
                    <a:pt x="7719" y="219174"/>
                  </a:lnTo>
                  <a:lnTo>
                    <a:pt x="20360" y="229247"/>
                  </a:lnTo>
                  <a:lnTo>
                    <a:pt x="36818" y="233051"/>
                  </a:lnTo>
                  <a:lnTo>
                    <a:pt x="358626" y="233346"/>
                  </a:lnTo>
                  <a:close/>
                </a:path>
              </a:pathLst>
            </a:custGeom>
            <a:grpFill/>
            <a:ln w="19499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5175" y="2466666"/>
              <a:ext cx="249557" cy="245222"/>
            </a:xfrm>
            <a:prstGeom prst="rect">
              <a:avLst/>
            </a:prstGeom>
            <a:grpFill/>
          </p:spPr>
        </p:pic>
        <p:sp>
          <p:nvSpPr>
            <p:cNvPr id="14" name="object 14"/>
            <p:cNvSpPr/>
            <p:nvPr/>
          </p:nvSpPr>
          <p:spPr>
            <a:xfrm>
              <a:off x="2027688" y="2714472"/>
              <a:ext cx="395605" cy="229594"/>
            </a:xfrm>
            <a:custGeom>
              <a:avLst/>
              <a:gdLst/>
              <a:ahLst/>
              <a:cxnLst/>
              <a:rect l="l" t="t" r="r" b="b"/>
              <a:pathLst>
                <a:path w="395605" h="233679">
                  <a:moveTo>
                    <a:pt x="358626" y="233346"/>
                  </a:moveTo>
                  <a:lnTo>
                    <a:pt x="375089" y="229598"/>
                  </a:lnTo>
                  <a:lnTo>
                    <a:pt x="387747" y="219559"/>
                  </a:lnTo>
                  <a:lnTo>
                    <a:pt x="395072" y="205137"/>
                  </a:lnTo>
                  <a:lnTo>
                    <a:pt x="395535" y="188238"/>
                  </a:lnTo>
                  <a:lnTo>
                    <a:pt x="380786" y="139843"/>
                  </a:lnTo>
                  <a:lnTo>
                    <a:pt x="357094" y="95355"/>
                  </a:lnTo>
                  <a:lnTo>
                    <a:pt x="325712" y="56949"/>
                  </a:lnTo>
                  <a:lnTo>
                    <a:pt x="287894" y="26804"/>
                  </a:lnTo>
                  <a:lnTo>
                    <a:pt x="244893" y="7095"/>
                  </a:lnTo>
                  <a:lnTo>
                    <a:pt x="197963" y="0"/>
                  </a:lnTo>
                  <a:lnTo>
                    <a:pt x="151017" y="6994"/>
                  </a:lnTo>
                  <a:lnTo>
                    <a:pt x="107974" y="26612"/>
                  </a:lnTo>
                  <a:lnTo>
                    <a:pt x="70092" y="56680"/>
                  </a:lnTo>
                  <a:lnTo>
                    <a:pt x="38630" y="95026"/>
                  </a:lnTo>
                  <a:lnTo>
                    <a:pt x="14846" y="139477"/>
                  </a:lnTo>
                  <a:lnTo>
                    <a:pt x="0" y="187858"/>
                  </a:lnTo>
                  <a:lnTo>
                    <a:pt x="422" y="204740"/>
                  </a:lnTo>
                  <a:lnTo>
                    <a:pt x="7719" y="219174"/>
                  </a:lnTo>
                  <a:lnTo>
                    <a:pt x="20360" y="229247"/>
                  </a:lnTo>
                  <a:lnTo>
                    <a:pt x="36818" y="233051"/>
                  </a:lnTo>
                  <a:lnTo>
                    <a:pt x="358626" y="233346"/>
                  </a:lnTo>
                  <a:close/>
                </a:path>
              </a:pathLst>
            </a:custGeom>
            <a:grpFill/>
            <a:ln w="2107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3381" y="2426397"/>
              <a:ext cx="176390" cy="149609"/>
            </a:xfrm>
            <a:prstGeom prst="rect">
              <a:avLst/>
            </a:prstGeom>
            <a:grpFill/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5995" y="2023333"/>
              <a:ext cx="275690" cy="241935"/>
            </a:xfrm>
            <a:prstGeom prst="rect">
              <a:avLst/>
            </a:prstGeom>
            <a:grpFill/>
          </p:spPr>
        </p:pic>
        <p:sp>
          <p:nvSpPr>
            <p:cNvPr id="17" name="object 17"/>
            <p:cNvSpPr/>
            <p:nvPr/>
          </p:nvSpPr>
          <p:spPr>
            <a:xfrm>
              <a:off x="2373029" y="2639696"/>
              <a:ext cx="305435" cy="145993"/>
            </a:xfrm>
            <a:custGeom>
              <a:avLst/>
              <a:gdLst/>
              <a:ahLst/>
              <a:cxnLst/>
              <a:rect l="l" t="t" r="r" b="b"/>
              <a:pathLst>
                <a:path w="305435" h="148589">
                  <a:moveTo>
                    <a:pt x="152806" y="0"/>
                  </a:moveTo>
                  <a:lnTo>
                    <a:pt x="99524" y="9723"/>
                  </a:lnTo>
                  <a:lnTo>
                    <a:pt x="54109" y="35924"/>
                  </a:lnTo>
                  <a:lnTo>
                    <a:pt x="19841" y="73940"/>
                  </a:lnTo>
                  <a:lnTo>
                    <a:pt x="0" y="119113"/>
                  </a:lnTo>
                  <a:lnTo>
                    <a:pt x="337" y="129840"/>
                  </a:lnTo>
                  <a:lnTo>
                    <a:pt x="5975" y="139004"/>
                  </a:lnTo>
                  <a:lnTo>
                    <a:pt x="15737" y="145392"/>
                  </a:lnTo>
                  <a:lnTo>
                    <a:pt x="28447" y="147789"/>
                  </a:lnTo>
                  <a:lnTo>
                    <a:pt x="276872" y="148043"/>
                  </a:lnTo>
                  <a:lnTo>
                    <a:pt x="289593" y="145675"/>
                  </a:lnTo>
                  <a:lnTo>
                    <a:pt x="299369" y="139317"/>
                  </a:lnTo>
                  <a:lnTo>
                    <a:pt x="305028" y="130175"/>
                  </a:lnTo>
                  <a:lnTo>
                    <a:pt x="305396" y="119456"/>
                  </a:lnTo>
                  <a:lnTo>
                    <a:pt x="285648" y="74236"/>
                  </a:lnTo>
                  <a:lnTo>
                    <a:pt x="251456" y="36144"/>
                  </a:lnTo>
                  <a:lnTo>
                    <a:pt x="206087" y="9841"/>
                  </a:lnTo>
                  <a:lnTo>
                    <a:pt x="15280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12874" y="2379386"/>
              <a:ext cx="209537" cy="205819"/>
            </a:xfrm>
            <a:prstGeom prst="rect">
              <a:avLst/>
            </a:prstGeom>
            <a:grpFill/>
          </p:spPr>
        </p:pic>
        <p:sp>
          <p:nvSpPr>
            <p:cNvPr id="19" name="object 19"/>
            <p:cNvSpPr/>
            <p:nvPr/>
          </p:nvSpPr>
          <p:spPr>
            <a:xfrm>
              <a:off x="2355201" y="2588043"/>
              <a:ext cx="334645" cy="194033"/>
            </a:xfrm>
            <a:custGeom>
              <a:avLst/>
              <a:gdLst/>
              <a:ahLst/>
              <a:cxnLst/>
              <a:rect l="l" t="t" r="r" b="b"/>
              <a:pathLst>
                <a:path w="334644" h="197485">
                  <a:moveTo>
                    <a:pt x="302993" y="197138"/>
                  </a:moveTo>
                  <a:lnTo>
                    <a:pt x="316919" y="193979"/>
                  </a:lnTo>
                  <a:lnTo>
                    <a:pt x="327622" y="185510"/>
                  </a:lnTo>
                  <a:lnTo>
                    <a:pt x="333811" y="173332"/>
                  </a:lnTo>
                  <a:lnTo>
                    <a:pt x="334198" y="159051"/>
                  </a:lnTo>
                  <a:lnTo>
                    <a:pt x="318310" y="110317"/>
                  </a:lnTo>
                  <a:lnTo>
                    <a:pt x="291839" y="66871"/>
                  </a:lnTo>
                  <a:lnTo>
                    <a:pt x="256616" y="31887"/>
                  </a:lnTo>
                  <a:lnTo>
                    <a:pt x="214474" y="8539"/>
                  </a:lnTo>
                  <a:lnTo>
                    <a:pt x="167245" y="0"/>
                  </a:lnTo>
                  <a:lnTo>
                    <a:pt x="120029" y="8425"/>
                  </a:lnTo>
                  <a:lnTo>
                    <a:pt x="77855" y="31686"/>
                  </a:lnTo>
                  <a:lnTo>
                    <a:pt x="42564" y="66605"/>
                  </a:lnTo>
                  <a:lnTo>
                    <a:pt x="15998" y="110005"/>
                  </a:lnTo>
                  <a:lnTo>
                    <a:pt x="0" y="158707"/>
                  </a:lnTo>
                  <a:lnTo>
                    <a:pt x="363" y="172977"/>
                  </a:lnTo>
                  <a:lnTo>
                    <a:pt x="6528" y="185176"/>
                  </a:lnTo>
                  <a:lnTo>
                    <a:pt x="17205" y="193683"/>
                  </a:lnTo>
                  <a:lnTo>
                    <a:pt x="31106" y="196879"/>
                  </a:lnTo>
                  <a:lnTo>
                    <a:pt x="302993" y="197138"/>
                  </a:lnTo>
                  <a:close/>
                </a:path>
              </a:pathLst>
            </a:custGeom>
            <a:grpFill/>
            <a:ln w="164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2874" y="2379386"/>
              <a:ext cx="209537" cy="205819"/>
            </a:xfrm>
            <a:prstGeom prst="rect">
              <a:avLst/>
            </a:prstGeom>
            <a:grpFill/>
          </p:spPr>
        </p:pic>
        <p:sp>
          <p:nvSpPr>
            <p:cNvPr id="21" name="object 21"/>
            <p:cNvSpPr/>
            <p:nvPr/>
          </p:nvSpPr>
          <p:spPr>
            <a:xfrm>
              <a:off x="2355201" y="2588043"/>
              <a:ext cx="334645" cy="194033"/>
            </a:xfrm>
            <a:custGeom>
              <a:avLst/>
              <a:gdLst/>
              <a:ahLst/>
              <a:cxnLst/>
              <a:rect l="l" t="t" r="r" b="b"/>
              <a:pathLst>
                <a:path w="334644" h="197485">
                  <a:moveTo>
                    <a:pt x="302993" y="197138"/>
                  </a:moveTo>
                  <a:lnTo>
                    <a:pt x="316919" y="193979"/>
                  </a:lnTo>
                  <a:lnTo>
                    <a:pt x="327622" y="185510"/>
                  </a:lnTo>
                  <a:lnTo>
                    <a:pt x="333811" y="173332"/>
                  </a:lnTo>
                  <a:lnTo>
                    <a:pt x="334198" y="159051"/>
                  </a:lnTo>
                  <a:lnTo>
                    <a:pt x="318310" y="110317"/>
                  </a:lnTo>
                  <a:lnTo>
                    <a:pt x="291839" y="66871"/>
                  </a:lnTo>
                  <a:lnTo>
                    <a:pt x="256616" y="31887"/>
                  </a:lnTo>
                  <a:lnTo>
                    <a:pt x="214474" y="8539"/>
                  </a:lnTo>
                  <a:lnTo>
                    <a:pt x="167245" y="0"/>
                  </a:lnTo>
                  <a:lnTo>
                    <a:pt x="120029" y="8425"/>
                  </a:lnTo>
                  <a:lnTo>
                    <a:pt x="77855" y="31686"/>
                  </a:lnTo>
                  <a:lnTo>
                    <a:pt x="42564" y="66605"/>
                  </a:lnTo>
                  <a:lnTo>
                    <a:pt x="15998" y="110005"/>
                  </a:lnTo>
                  <a:lnTo>
                    <a:pt x="0" y="158707"/>
                  </a:lnTo>
                  <a:lnTo>
                    <a:pt x="363" y="172977"/>
                  </a:lnTo>
                  <a:lnTo>
                    <a:pt x="6528" y="185176"/>
                  </a:lnTo>
                  <a:lnTo>
                    <a:pt x="17205" y="193683"/>
                  </a:lnTo>
                  <a:lnTo>
                    <a:pt x="31106" y="196879"/>
                  </a:lnTo>
                  <a:lnTo>
                    <a:pt x="302993" y="197138"/>
                  </a:lnTo>
                  <a:close/>
                </a:path>
              </a:pathLst>
            </a:custGeom>
            <a:grpFill/>
            <a:ln w="16475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5529" y="2509601"/>
              <a:ext cx="208634" cy="212699"/>
            </a:xfrm>
            <a:prstGeom prst="rect">
              <a:avLst/>
            </a:prstGeom>
            <a:grpFill/>
          </p:spPr>
        </p:pic>
        <p:sp>
          <p:nvSpPr>
            <p:cNvPr id="23" name="object 23"/>
            <p:cNvSpPr/>
            <p:nvPr/>
          </p:nvSpPr>
          <p:spPr>
            <a:xfrm>
              <a:off x="2634219" y="2734542"/>
              <a:ext cx="361315" cy="217741"/>
            </a:xfrm>
            <a:custGeom>
              <a:avLst/>
              <a:gdLst/>
              <a:ahLst/>
              <a:cxnLst/>
              <a:rect l="l" t="t" r="r" b="b"/>
              <a:pathLst>
                <a:path w="361314" h="221614">
                  <a:moveTo>
                    <a:pt x="180746" y="0"/>
                  </a:moveTo>
                  <a:lnTo>
                    <a:pt x="137894" y="6624"/>
                  </a:lnTo>
                  <a:lnTo>
                    <a:pt x="98598" y="25212"/>
                  </a:lnTo>
                  <a:lnTo>
                    <a:pt x="64011" y="53700"/>
                  </a:lnTo>
                  <a:lnTo>
                    <a:pt x="35283" y="90031"/>
                  </a:lnTo>
                  <a:lnTo>
                    <a:pt x="13562" y="132139"/>
                  </a:lnTo>
                  <a:lnTo>
                    <a:pt x="0" y="177965"/>
                  </a:lnTo>
                  <a:lnTo>
                    <a:pt x="388" y="193989"/>
                  </a:lnTo>
                  <a:lnTo>
                    <a:pt x="7048" y="207674"/>
                  </a:lnTo>
                  <a:lnTo>
                    <a:pt x="18583" y="217209"/>
                  </a:lnTo>
                  <a:lnTo>
                    <a:pt x="33604" y="220789"/>
                  </a:lnTo>
                  <a:lnTo>
                    <a:pt x="327405" y="221081"/>
                  </a:lnTo>
                  <a:lnTo>
                    <a:pt x="342449" y="217531"/>
                  </a:lnTo>
                  <a:lnTo>
                    <a:pt x="354012" y="208022"/>
                  </a:lnTo>
                  <a:lnTo>
                    <a:pt x="360700" y="194356"/>
                  </a:lnTo>
                  <a:lnTo>
                    <a:pt x="361111" y="178333"/>
                  </a:lnTo>
                  <a:lnTo>
                    <a:pt x="347658" y="132482"/>
                  </a:lnTo>
                  <a:lnTo>
                    <a:pt x="326034" y="90335"/>
                  </a:lnTo>
                  <a:lnTo>
                    <a:pt x="297384" y="53952"/>
                  </a:lnTo>
                  <a:lnTo>
                    <a:pt x="262856" y="25394"/>
                  </a:lnTo>
                  <a:lnTo>
                    <a:pt x="223594" y="6723"/>
                  </a:lnTo>
                  <a:lnTo>
                    <a:pt x="1807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4949" y="2476973"/>
              <a:ext cx="248017" cy="243668"/>
            </a:xfrm>
            <a:prstGeom prst="rect">
              <a:avLst/>
            </a:prstGeom>
            <a:grpFill/>
          </p:spPr>
        </p:pic>
        <p:sp>
          <p:nvSpPr>
            <p:cNvPr id="25" name="object 25"/>
            <p:cNvSpPr/>
            <p:nvPr/>
          </p:nvSpPr>
          <p:spPr>
            <a:xfrm>
              <a:off x="2636615" y="2723978"/>
              <a:ext cx="395605" cy="229594"/>
            </a:xfrm>
            <a:custGeom>
              <a:avLst/>
              <a:gdLst/>
              <a:ahLst/>
              <a:cxnLst/>
              <a:rect l="l" t="t" r="r" b="b"/>
              <a:pathLst>
                <a:path w="395605" h="233679">
                  <a:moveTo>
                    <a:pt x="358660" y="233355"/>
                  </a:moveTo>
                  <a:lnTo>
                    <a:pt x="375123" y="229610"/>
                  </a:lnTo>
                  <a:lnTo>
                    <a:pt x="387782" y="219576"/>
                  </a:lnTo>
                  <a:lnTo>
                    <a:pt x="395108" y="205149"/>
                  </a:lnTo>
                  <a:lnTo>
                    <a:pt x="395572" y="188226"/>
                  </a:lnTo>
                  <a:lnTo>
                    <a:pt x="380819" y="139836"/>
                  </a:lnTo>
                  <a:lnTo>
                    <a:pt x="357117" y="95351"/>
                  </a:lnTo>
                  <a:lnTo>
                    <a:pt x="325723" y="56948"/>
                  </a:lnTo>
                  <a:lnTo>
                    <a:pt x="287892" y="26803"/>
                  </a:lnTo>
                  <a:lnTo>
                    <a:pt x="244880" y="7095"/>
                  </a:lnTo>
                  <a:lnTo>
                    <a:pt x="197944" y="0"/>
                  </a:lnTo>
                  <a:lnTo>
                    <a:pt x="151020" y="6993"/>
                  </a:lnTo>
                  <a:lnTo>
                    <a:pt x="107990" y="26609"/>
                  </a:lnTo>
                  <a:lnTo>
                    <a:pt x="70114" y="56674"/>
                  </a:lnTo>
                  <a:lnTo>
                    <a:pt x="38651" y="95011"/>
                  </a:lnTo>
                  <a:lnTo>
                    <a:pt x="14859" y="139446"/>
                  </a:lnTo>
                  <a:lnTo>
                    <a:pt x="0" y="187805"/>
                  </a:lnTo>
                  <a:lnTo>
                    <a:pt x="435" y="204735"/>
                  </a:lnTo>
                  <a:lnTo>
                    <a:pt x="7730" y="219181"/>
                  </a:lnTo>
                  <a:lnTo>
                    <a:pt x="20364" y="229242"/>
                  </a:lnTo>
                  <a:lnTo>
                    <a:pt x="36816" y="233018"/>
                  </a:lnTo>
                  <a:lnTo>
                    <a:pt x="358660" y="233355"/>
                  </a:lnTo>
                  <a:close/>
                </a:path>
              </a:pathLst>
            </a:custGeom>
            <a:grpFill/>
            <a:ln w="19499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4161" y="2476198"/>
              <a:ext cx="249590" cy="245214"/>
            </a:xfrm>
            <a:prstGeom prst="rect">
              <a:avLst/>
            </a:prstGeom>
            <a:grpFill/>
          </p:spPr>
        </p:pic>
        <p:sp>
          <p:nvSpPr>
            <p:cNvPr id="27" name="object 27"/>
            <p:cNvSpPr/>
            <p:nvPr/>
          </p:nvSpPr>
          <p:spPr>
            <a:xfrm>
              <a:off x="2636615" y="2723978"/>
              <a:ext cx="395605" cy="229594"/>
            </a:xfrm>
            <a:custGeom>
              <a:avLst/>
              <a:gdLst/>
              <a:ahLst/>
              <a:cxnLst/>
              <a:rect l="l" t="t" r="r" b="b"/>
              <a:pathLst>
                <a:path w="395605" h="233679">
                  <a:moveTo>
                    <a:pt x="358660" y="233355"/>
                  </a:moveTo>
                  <a:lnTo>
                    <a:pt x="375123" y="229610"/>
                  </a:lnTo>
                  <a:lnTo>
                    <a:pt x="387782" y="219576"/>
                  </a:lnTo>
                  <a:lnTo>
                    <a:pt x="395108" y="205149"/>
                  </a:lnTo>
                  <a:lnTo>
                    <a:pt x="395572" y="188226"/>
                  </a:lnTo>
                  <a:lnTo>
                    <a:pt x="380819" y="139836"/>
                  </a:lnTo>
                  <a:lnTo>
                    <a:pt x="357117" y="95351"/>
                  </a:lnTo>
                  <a:lnTo>
                    <a:pt x="325723" y="56948"/>
                  </a:lnTo>
                  <a:lnTo>
                    <a:pt x="287892" y="26803"/>
                  </a:lnTo>
                  <a:lnTo>
                    <a:pt x="244880" y="7095"/>
                  </a:lnTo>
                  <a:lnTo>
                    <a:pt x="197944" y="0"/>
                  </a:lnTo>
                  <a:lnTo>
                    <a:pt x="151020" y="6993"/>
                  </a:lnTo>
                  <a:lnTo>
                    <a:pt x="107990" y="26609"/>
                  </a:lnTo>
                  <a:lnTo>
                    <a:pt x="70114" y="56674"/>
                  </a:lnTo>
                  <a:lnTo>
                    <a:pt x="38651" y="95011"/>
                  </a:lnTo>
                  <a:lnTo>
                    <a:pt x="14859" y="139446"/>
                  </a:lnTo>
                  <a:lnTo>
                    <a:pt x="0" y="187805"/>
                  </a:lnTo>
                  <a:lnTo>
                    <a:pt x="435" y="204735"/>
                  </a:lnTo>
                  <a:lnTo>
                    <a:pt x="7730" y="219181"/>
                  </a:lnTo>
                  <a:lnTo>
                    <a:pt x="20364" y="229242"/>
                  </a:lnTo>
                  <a:lnTo>
                    <a:pt x="36816" y="233018"/>
                  </a:lnTo>
                  <a:lnTo>
                    <a:pt x="358660" y="233355"/>
                  </a:lnTo>
                  <a:close/>
                </a:path>
              </a:pathLst>
            </a:custGeom>
            <a:grpFill/>
            <a:ln w="21074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089531" y="2013995"/>
              <a:ext cx="554990" cy="373716"/>
            </a:xfrm>
            <a:custGeom>
              <a:avLst/>
              <a:gdLst/>
              <a:ahLst/>
              <a:cxnLst/>
              <a:rect l="l" t="t" r="r" b="b"/>
              <a:pathLst>
                <a:path w="554989" h="380364">
                  <a:moveTo>
                    <a:pt x="490476" y="0"/>
                  </a:moveTo>
                  <a:lnTo>
                    <a:pt x="64255" y="0"/>
                  </a:lnTo>
                  <a:lnTo>
                    <a:pt x="39313" y="4557"/>
                  </a:lnTo>
                  <a:lnTo>
                    <a:pt x="18881" y="16969"/>
                  </a:lnTo>
                  <a:lnTo>
                    <a:pt x="5072" y="35344"/>
                  </a:lnTo>
                  <a:lnTo>
                    <a:pt x="0" y="57794"/>
                  </a:lnTo>
                  <a:lnTo>
                    <a:pt x="0" y="206123"/>
                  </a:lnTo>
                  <a:lnTo>
                    <a:pt x="5072" y="228579"/>
                  </a:lnTo>
                  <a:lnTo>
                    <a:pt x="18881" y="246971"/>
                  </a:lnTo>
                  <a:lnTo>
                    <a:pt x="39313" y="259399"/>
                  </a:lnTo>
                  <a:lnTo>
                    <a:pt x="64255" y="263964"/>
                  </a:lnTo>
                  <a:lnTo>
                    <a:pt x="101653" y="263964"/>
                  </a:lnTo>
                  <a:lnTo>
                    <a:pt x="114596" y="263964"/>
                  </a:lnTo>
                  <a:lnTo>
                    <a:pt x="106878" y="380346"/>
                  </a:lnTo>
                  <a:lnTo>
                    <a:pt x="207917" y="263964"/>
                  </a:lnTo>
                  <a:lnTo>
                    <a:pt x="490476" y="263964"/>
                  </a:lnTo>
                  <a:lnTo>
                    <a:pt x="515412" y="259399"/>
                  </a:lnTo>
                  <a:lnTo>
                    <a:pt x="535833" y="246971"/>
                  </a:lnTo>
                  <a:lnTo>
                    <a:pt x="549633" y="228579"/>
                  </a:lnTo>
                  <a:lnTo>
                    <a:pt x="554700" y="206123"/>
                  </a:lnTo>
                  <a:lnTo>
                    <a:pt x="554700" y="57794"/>
                  </a:lnTo>
                  <a:lnTo>
                    <a:pt x="549633" y="35344"/>
                  </a:lnTo>
                  <a:lnTo>
                    <a:pt x="535833" y="16969"/>
                  </a:lnTo>
                  <a:lnTo>
                    <a:pt x="515412" y="4557"/>
                  </a:lnTo>
                  <a:lnTo>
                    <a:pt x="490476" y="0"/>
                  </a:lnTo>
                  <a:close/>
                </a:path>
              </a:pathLst>
            </a:custGeom>
            <a:grpFill/>
            <a:ln w="14437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354872" y="1892138"/>
              <a:ext cx="571500" cy="518461"/>
            </a:xfrm>
            <a:custGeom>
              <a:avLst/>
              <a:gdLst/>
              <a:ahLst/>
              <a:cxnLst/>
              <a:rect l="l" t="t" r="r" b="b"/>
              <a:pathLst>
                <a:path w="571500" h="527685">
                  <a:moveTo>
                    <a:pt x="66170" y="0"/>
                  </a:moveTo>
                  <a:lnTo>
                    <a:pt x="505168" y="0"/>
                  </a:lnTo>
                  <a:lnTo>
                    <a:pt x="530867" y="6722"/>
                  </a:lnTo>
                  <a:lnTo>
                    <a:pt x="551918" y="25025"/>
                  </a:lnTo>
                  <a:lnTo>
                    <a:pt x="566146" y="52115"/>
                  </a:lnTo>
                  <a:lnTo>
                    <a:pt x="571372" y="85195"/>
                  </a:lnTo>
                  <a:lnTo>
                    <a:pt x="571372" y="303863"/>
                  </a:lnTo>
                  <a:lnTo>
                    <a:pt x="566146" y="336943"/>
                  </a:lnTo>
                  <a:lnTo>
                    <a:pt x="551918" y="364032"/>
                  </a:lnTo>
                  <a:lnTo>
                    <a:pt x="530867" y="382335"/>
                  </a:lnTo>
                  <a:lnTo>
                    <a:pt x="505168" y="389058"/>
                  </a:lnTo>
                  <a:lnTo>
                    <a:pt x="466632" y="389058"/>
                  </a:lnTo>
                  <a:lnTo>
                    <a:pt x="453336" y="389058"/>
                  </a:lnTo>
                  <a:lnTo>
                    <a:pt x="466243" y="527263"/>
                  </a:lnTo>
                  <a:lnTo>
                    <a:pt x="357224" y="389058"/>
                  </a:lnTo>
                  <a:lnTo>
                    <a:pt x="66170" y="389058"/>
                  </a:lnTo>
                  <a:lnTo>
                    <a:pt x="40477" y="382335"/>
                  </a:lnTo>
                  <a:lnTo>
                    <a:pt x="19437" y="364032"/>
                  </a:lnTo>
                  <a:lnTo>
                    <a:pt x="5221" y="336943"/>
                  </a:lnTo>
                  <a:lnTo>
                    <a:pt x="0" y="303863"/>
                  </a:lnTo>
                  <a:lnTo>
                    <a:pt x="0" y="85195"/>
                  </a:lnTo>
                  <a:lnTo>
                    <a:pt x="5221" y="52115"/>
                  </a:lnTo>
                  <a:lnTo>
                    <a:pt x="19437" y="25025"/>
                  </a:lnTo>
                  <a:lnTo>
                    <a:pt x="40477" y="6722"/>
                  </a:lnTo>
                  <a:lnTo>
                    <a:pt x="66170" y="0"/>
                  </a:lnTo>
                  <a:close/>
                </a:path>
              </a:pathLst>
            </a:custGeom>
            <a:grpFill/>
            <a:ln w="19050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1" name="object 91"/>
            <p:cNvSpPr txBox="1"/>
            <p:nvPr/>
          </p:nvSpPr>
          <p:spPr>
            <a:xfrm>
              <a:off x="1942884" y="1137205"/>
              <a:ext cx="1160780" cy="32060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 defTabSz="914400">
                <a:spcBef>
                  <a:spcPts val="100"/>
                </a:spcBef>
                <a:defRPr/>
              </a:pPr>
              <a:r>
                <a:rPr sz="2000" b="1" spc="114" dirty="0" smtClean="0">
                  <a:solidFill>
                    <a:srgbClr val="262626"/>
                  </a:solidFill>
                  <a:latin typeface="Trebuchet MS"/>
                  <a:cs typeface="Trebuchet MS"/>
                </a:rPr>
                <a:t>SDM</a:t>
              </a:r>
              <a:endParaRPr sz="2000" dirty="0">
                <a:solidFill>
                  <a:prstClr val="black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23632" y="1068376"/>
            <a:ext cx="2099310" cy="2126755"/>
            <a:chOff x="3225175" y="2052240"/>
            <a:chExt cx="2099310" cy="2126755"/>
          </a:xfrm>
        </p:grpSpPr>
        <p:sp>
          <p:nvSpPr>
            <p:cNvPr id="30" name="object 30"/>
            <p:cNvSpPr/>
            <p:nvPr/>
          </p:nvSpPr>
          <p:spPr>
            <a:xfrm>
              <a:off x="3225175" y="2400880"/>
              <a:ext cx="2099310" cy="1778115"/>
            </a:xfrm>
            <a:custGeom>
              <a:avLst/>
              <a:gdLst/>
              <a:ahLst/>
              <a:cxnLst/>
              <a:rect l="l" t="t" r="r" b="b"/>
              <a:pathLst>
                <a:path w="2099310" h="1809750">
                  <a:moveTo>
                    <a:pt x="1646452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1"/>
                  </a:lnTo>
                  <a:lnTo>
                    <a:pt x="1646452" y="1809291"/>
                  </a:lnTo>
                  <a:lnTo>
                    <a:pt x="2098775" y="904646"/>
                  </a:lnTo>
                  <a:lnTo>
                    <a:pt x="1646452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014658" y="3095005"/>
              <a:ext cx="119380" cy="117293"/>
            </a:xfrm>
            <a:custGeom>
              <a:avLst/>
              <a:gdLst/>
              <a:ahLst/>
              <a:cxnLst/>
              <a:rect l="l" t="t" r="r" b="b"/>
              <a:pathLst>
                <a:path w="119379" h="119379">
                  <a:moveTo>
                    <a:pt x="59639" y="0"/>
                  </a:moveTo>
                  <a:lnTo>
                    <a:pt x="36422" y="4671"/>
                  </a:lnTo>
                  <a:lnTo>
                    <a:pt x="17465" y="17409"/>
                  </a:lnTo>
                  <a:lnTo>
                    <a:pt x="4685" y="36304"/>
                  </a:lnTo>
                  <a:lnTo>
                    <a:pt x="0" y="59448"/>
                  </a:lnTo>
                  <a:lnTo>
                    <a:pt x="4685" y="82585"/>
                  </a:lnTo>
                  <a:lnTo>
                    <a:pt x="17465" y="101478"/>
                  </a:lnTo>
                  <a:lnTo>
                    <a:pt x="36422" y="114214"/>
                  </a:lnTo>
                  <a:lnTo>
                    <a:pt x="59639" y="118885"/>
                  </a:lnTo>
                  <a:lnTo>
                    <a:pt x="82833" y="114214"/>
                  </a:lnTo>
                  <a:lnTo>
                    <a:pt x="101779" y="101478"/>
                  </a:lnTo>
                  <a:lnTo>
                    <a:pt x="114555" y="82585"/>
                  </a:lnTo>
                  <a:lnTo>
                    <a:pt x="119240" y="59448"/>
                  </a:lnTo>
                  <a:lnTo>
                    <a:pt x="114555" y="36304"/>
                  </a:lnTo>
                  <a:lnTo>
                    <a:pt x="101779" y="17409"/>
                  </a:lnTo>
                  <a:lnTo>
                    <a:pt x="82833" y="4671"/>
                  </a:lnTo>
                  <a:lnTo>
                    <a:pt x="5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825949" y="2945083"/>
              <a:ext cx="515620" cy="431739"/>
            </a:xfrm>
            <a:custGeom>
              <a:avLst/>
              <a:gdLst/>
              <a:ahLst/>
              <a:cxnLst/>
              <a:rect l="l" t="t" r="r" b="b"/>
              <a:pathLst>
                <a:path w="515620" h="439420">
                  <a:moveTo>
                    <a:pt x="56489" y="113995"/>
                  </a:moveTo>
                  <a:lnTo>
                    <a:pt x="54267" y="103060"/>
                  </a:lnTo>
                  <a:lnTo>
                    <a:pt x="48209" y="94119"/>
                  </a:lnTo>
                  <a:lnTo>
                    <a:pt x="39230" y="88087"/>
                  </a:lnTo>
                  <a:lnTo>
                    <a:pt x="28244" y="85864"/>
                  </a:lnTo>
                  <a:lnTo>
                    <a:pt x="17259" y="88087"/>
                  </a:lnTo>
                  <a:lnTo>
                    <a:pt x="8280" y="94119"/>
                  </a:lnTo>
                  <a:lnTo>
                    <a:pt x="2222" y="103060"/>
                  </a:lnTo>
                  <a:lnTo>
                    <a:pt x="0" y="113995"/>
                  </a:lnTo>
                  <a:lnTo>
                    <a:pt x="2222" y="124968"/>
                  </a:lnTo>
                  <a:lnTo>
                    <a:pt x="8280" y="133921"/>
                  </a:lnTo>
                  <a:lnTo>
                    <a:pt x="17259" y="139954"/>
                  </a:lnTo>
                  <a:lnTo>
                    <a:pt x="28244" y="142163"/>
                  </a:lnTo>
                  <a:lnTo>
                    <a:pt x="39230" y="139954"/>
                  </a:lnTo>
                  <a:lnTo>
                    <a:pt x="48209" y="133921"/>
                  </a:lnTo>
                  <a:lnTo>
                    <a:pt x="54267" y="124968"/>
                  </a:lnTo>
                  <a:lnTo>
                    <a:pt x="56489" y="113995"/>
                  </a:lnTo>
                  <a:close/>
                </a:path>
                <a:path w="515620" h="439420">
                  <a:moveTo>
                    <a:pt x="266319" y="413791"/>
                  </a:moveTo>
                  <a:lnTo>
                    <a:pt x="264299" y="403885"/>
                  </a:lnTo>
                  <a:lnTo>
                    <a:pt x="258826" y="395782"/>
                  </a:lnTo>
                  <a:lnTo>
                    <a:pt x="250710" y="390321"/>
                  </a:lnTo>
                  <a:lnTo>
                    <a:pt x="240766" y="388315"/>
                  </a:lnTo>
                  <a:lnTo>
                    <a:pt x="230809" y="390321"/>
                  </a:lnTo>
                  <a:lnTo>
                    <a:pt x="222681" y="395782"/>
                  </a:lnTo>
                  <a:lnTo>
                    <a:pt x="217208" y="403885"/>
                  </a:lnTo>
                  <a:lnTo>
                    <a:pt x="215201" y="413791"/>
                  </a:lnTo>
                  <a:lnTo>
                    <a:pt x="217208" y="423710"/>
                  </a:lnTo>
                  <a:lnTo>
                    <a:pt x="222681" y="431812"/>
                  </a:lnTo>
                  <a:lnTo>
                    <a:pt x="230809" y="437273"/>
                  </a:lnTo>
                  <a:lnTo>
                    <a:pt x="240766" y="439267"/>
                  </a:lnTo>
                  <a:lnTo>
                    <a:pt x="250710" y="437273"/>
                  </a:lnTo>
                  <a:lnTo>
                    <a:pt x="258826" y="431812"/>
                  </a:lnTo>
                  <a:lnTo>
                    <a:pt x="264299" y="423710"/>
                  </a:lnTo>
                  <a:lnTo>
                    <a:pt x="266319" y="413791"/>
                  </a:lnTo>
                  <a:close/>
                </a:path>
                <a:path w="515620" h="439420">
                  <a:moveTo>
                    <a:pt x="515315" y="37236"/>
                  </a:moveTo>
                  <a:lnTo>
                    <a:pt x="512381" y="22758"/>
                  </a:lnTo>
                  <a:lnTo>
                    <a:pt x="504380" y="10922"/>
                  </a:lnTo>
                  <a:lnTo>
                    <a:pt x="492518" y="2933"/>
                  </a:lnTo>
                  <a:lnTo>
                    <a:pt x="477977" y="0"/>
                  </a:lnTo>
                  <a:lnTo>
                    <a:pt x="463448" y="2933"/>
                  </a:lnTo>
                  <a:lnTo>
                    <a:pt x="451561" y="10922"/>
                  </a:lnTo>
                  <a:lnTo>
                    <a:pt x="443560" y="22758"/>
                  </a:lnTo>
                  <a:lnTo>
                    <a:pt x="440639" y="37236"/>
                  </a:lnTo>
                  <a:lnTo>
                    <a:pt x="443560" y="51752"/>
                  </a:lnTo>
                  <a:lnTo>
                    <a:pt x="451561" y="63588"/>
                  </a:lnTo>
                  <a:lnTo>
                    <a:pt x="463448" y="71564"/>
                  </a:lnTo>
                  <a:lnTo>
                    <a:pt x="477977" y="74485"/>
                  </a:lnTo>
                  <a:lnTo>
                    <a:pt x="492518" y="71564"/>
                  </a:lnTo>
                  <a:lnTo>
                    <a:pt x="504380" y="63588"/>
                  </a:lnTo>
                  <a:lnTo>
                    <a:pt x="512381" y="51752"/>
                  </a:lnTo>
                  <a:lnTo>
                    <a:pt x="515315" y="37236"/>
                  </a:lnTo>
                  <a:close/>
                </a:path>
              </a:pathLst>
            </a:custGeom>
            <a:solidFill>
              <a:srgbClr val="48464F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000577" y="3081353"/>
              <a:ext cx="147320" cy="144745"/>
            </a:xfrm>
            <a:custGeom>
              <a:avLst/>
              <a:gdLst/>
              <a:ahLst/>
              <a:cxnLst/>
              <a:rect l="l" t="t" r="r" b="b"/>
              <a:pathLst>
                <a:path w="147320" h="147320">
                  <a:moveTo>
                    <a:pt x="147136" y="73340"/>
                  </a:moveTo>
                  <a:lnTo>
                    <a:pt x="141357" y="101897"/>
                  </a:lnTo>
                  <a:lnTo>
                    <a:pt x="125596" y="125215"/>
                  </a:lnTo>
                  <a:lnTo>
                    <a:pt x="102219" y="140936"/>
                  </a:lnTo>
                  <a:lnTo>
                    <a:pt x="73591" y="146700"/>
                  </a:lnTo>
                  <a:lnTo>
                    <a:pt x="44937" y="140936"/>
                  </a:lnTo>
                  <a:lnTo>
                    <a:pt x="21546" y="125215"/>
                  </a:lnTo>
                  <a:lnTo>
                    <a:pt x="5780" y="101897"/>
                  </a:lnTo>
                  <a:lnTo>
                    <a:pt x="0" y="73340"/>
                  </a:lnTo>
                  <a:lnTo>
                    <a:pt x="5780" y="44794"/>
                  </a:lnTo>
                  <a:lnTo>
                    <a:pt x="21546" y="21482"/>
                  </a:lnTo>
                  <a:lnTo>
                    <a:pt x="44937" y="5764"/>
                  </a:lnTo>
                  <a:lnTo>
                    <a:pt x="73591" y="0"/>
                  </a:lnTo>
                  <a:lnTo>
                    <a:pt x="102219" y="5764"/>
                  </a:lnTo>
                  <a:lnTo>
                    <a:pt x="125596" y="21482"/>
                  </a:lnTo>
                  <a:lnTo>
                    <a:pt x="141357" y="44794"/>
                  </a:lnTo>
                  <a:lnTo>
                    <a:pt x="147136" y="73340"/>
                  </a:lnTo>
                  <a:close/>
                </a:path>
              </a:pathLst>
            </a:custGeom>
            <a:ln w="16466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3819924" y="3023562"/>
              <a:ext cx="65405" cy="64262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5062" y="32437"/>
                  </a:moveTo>
                  <a:lnTo>
                    <a:pt x="62507" y="45065"/>
                  </a:lnTo>
                  <a:lnTo>
                    <a:pt x="55537" y="55375"/>
                  </a:lnTo>
                  <a:lnTo>
                    <a:pt x="45191" y="62325"/>
                  </a:lnTo>
                  <a:lnTo>
                    <a:pt x="32507" y="64873"/>
                  </a:lnTo>
                  <a:lnTo>
                    <a:pt x="19850" y="62325"/>
                  </a:lnTo>
                  <a:lnTo>
                    <a:pt x="9517" y="55375"/>
                  </a:lnTo>
                  <a:lnTo>
                    <a:pt x="2553" y="45065"/>
                  </a:lnTo>
                  <a:lnTo>
                    <a:pt x="0" y="32437"/>
                  </a:lnTo>
                  <a:lnTo>
                    <a:pt x="2553" y="19809"/>
                  </a:lnTo>
                  <a:lnTo>
                    <a:pt x="9517" y="9498"/>
                  </a:lnTo>
                  <a:lnTo>
                    <a:pt x="19850" y="2548"/>
                  </a:lnTo>
                  <a:lnTo>
                    <a:pt x="32507" y="0"/>
                  </a:lnTo>
                  <a:lnTo>
                    <a:pt x="45191" y="2548"/>
                  </a:lnTo>
                  <a:lnTo>
                    <a:pt x="55537" y="9498"/>
                  </a:lnTo>
                  <a:lnTo>
                    <a:pt x="62507" y="19809"/>
                  </a:lnTo>
                  <a:lnTo>
                    <a:pt x="65062" y="32437"/>
                  </a:lnTo>
                  <a:close/>
                </a:path>
              </a:pathLst>
            </a:custGeom>
            <a:ln w="1757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003836" y="2927725"/>
              <a:ext cx="56515" cy="55527"/>
            </a:xfrm>
            <a:custGeom>
              <a:avLst/>
              <a:gdLst/>
              <a:ahLst/>
              <a:cxnLst/>
              <a:rect l="l" t="t" r="r" b="b"/>
              <a:pathLst>
                <a:path w="56514" h="56514">
                  <a:moveTo>
                    <a:pt x="28117" y="0"/>
                  </a:moveTo>
                  <a:lnTo>
                    <a:pt x="17188" y="2202"/>
                  </a:lnTo>
                  <a:lnTo>
                    <a:pt x="8248" y="8209"/>
                  </a:lnTo>
                  <a:lnTo>
                    <a:pt x="2214" y="17118"/>
                  </a:lnTo>
                  <a:lnTo>
                    <a:pt x="0" y="28028"/>
                  </a:lnTo>
                  <a:lnTo>
                    <a:pt x="2214" y="38945"/>
                  </a:lnTo>
                  <a:lnTo>
                    <a:pt x="8248" y="47854"/>
                  </a:lnTo>
                  <a:lnTo>
                    <a:pt x="17188" y="53858"/>
                  </a:lnTo>
                  <a:lnTo>
                    <a:pt x="28117" y="56059"/>
                  </a:lnTo>
                  <a:lnTo>
                    <a:pt x="39070" y="53858"/>
                  </a:lnTo>
                  <a:lnTo>
                    <a:pt x="48006" y="47854"/>
                  </a:lnTo>
                  <a:lnTo>
                    <a:pt x="54029" y="38945"/>
                  </a:lnTo>
                  <a:lnTo>
                    <a:pt x="56236" y="28028"/>
                  </a:lnTo>
                  <a:lnTo>
                    <a:pt x="54029" y="17118"/>
                  </a:lnTo>
                  <a:lnTo>
                    <a:pt x="48006" y="8209"/>
                  </a:lnTo>
                  <a:lnTo>
                    <a:pt x="39070" y="2202"/>
                  </a:lnTo>
                  <a:lnTo>
                    <a:pt x="28117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003845" y="2927731"/>
              <a:ext cx="56515" cy="55527"/>
            </a:xfrm>
            <a:custGeom>
              <a:avLst/>
              <a:gdLst/>
              <a:ahLst/>
              <a:cxnLst/>
              <a:rect l="l" t="t" r="r" b="b"/>
              <a:pathLst>
                <a:path w="56514" h="56514">
                  <a:moveTo>
                    <a:pt x="56227" y="28027"/>
                  </a:moveTo>
                  <a:lnTo>
                    <a:pt x="54019" y="38940"/>
                  </a:lnTo>
                  <a:lnTo>
                    <a:pt x="47999" y="47847"/>
                  </a:lnTo>
                  <a:lnTo>
                    <a:pt x="39063" y="53849"/>
                  </a:lnTo>
                  <a:lnTo>
                    <a:pt x="28113" y="56049"/>
                  </a:lnTo>
                  <a:lnTo>
                    <a:pt x="17182" y="53849"/>
                  </a:lnTo>
                  <a:lnTo>
                    <a:pt x="8244" y="47847"/>
                  </a:lnTo>
                  <a:lnTo>
                    <a:pt x="2213" y="38940"/>
                  </a:lnTo>
                  <a:lnTo>
                    <a:pt x="0" y="28027"/>
                  </a:lnTo>
                  <a:lnTo>
                    <a:pt x="2213" y="17118"/>
                  </a:lnTo>
                  <a:lnTo>
                    <a:pt x="8244" y="8209"/>
                  </a:lnTo>
                  <a:lnTo>
                    <a:pt x="17182" y="2202"/>
                  </a:lnTo>
                  <a:lnTo>
                    <a:pt x="28113" y="0"/>
                  </a:lnTo>
                  <a:lnTo>
                    <a:pt x="39063" y="2202"/>
                  </a:lnTo>
                  <a:lnTo>
                    <a:pt x="47999" y="8209"/>
                  </a:lnTo>
                  <a:lnTo>
                    <a:pt x="54019" y="17118"/>
                  </a:lnTo>
                  <a:lnTo>
                    <a:pt x="56227" y="28027"/>
                  </a:lnTo>
                  <a:close/>
                </a:path>
              </a:pathLst>
            </a:custGeom>
            <a:ln w="1757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031241" y="3312946"/>
              <a:ext cx="75565" cy="73620"/>
            </a:xfrm>
            <a:custGeom>
              <a:avLst/>
              <a:gdLst/>
              <a:ahLst/>
              <a:cxnLst/>
              <a:rect l="l" t="t" r="r" b="b"/>
              <a:pathLst>
                <a:path w="75564" h="74929">
                  <a:moveTo>
                    <a:pt x="75054" y="37423"/>
                  </a:moveTo>
                  <a:lnTo>
                    <a:pt x="72108" y="51982"/>
                  </a:lnTo>
                  <a:lnTo>
                    <a:pt x="64074" y="63873"/>
                  </a:lnTo>
                  <a:lnTo>
                    <a:pt x="52153" y="71891"/>
                  </a:lnTo>
                  <a:lnTo>
                    <a:pt x="37550" y="74832"/>
                  </a:lnTo>
                  <a:lnTo>
                    <a:pt x="22940" y="71891"/>
                  </a:lnTo>
                  <a:lnTo>
                    <a:pt x="11003" y="63873"/>
                  </a:lnTo>
                  <a:lnTo>
                    <a:pt x="2952" y="51982"/>
                  </a:lnTo>
                  <a:lnTo>
                    <a:pt x="0" y="37423"/>
                  </a:lnTo>
                  <a:lnTo>
                    <a:pt x="2952" y="22856"/>
                  </a:lnTo>
                  <a:lnTo>
                    <a:pt x="11003" y="10960"/>
                  </a:lnTo>
                  <a:lnTo>
                    <a:pt x="22940" y="2940"/>
                  </a:lnTo>
                  <a:lnTo>
                    <a:pt x="37550" y="0"/>
                  </a:lnTo>
                  <a:lnTo>
                    <a:pt x="52153" y="2940"/>
                  </a:lnTo>
                  <a:lnTo>
                    <a:pt x="64074" y="10960"/>
                  </a:lnTo>
                  <a:lnTo>
                    <a:pt x="72108" y="22856"/>
                  </a:lnTo>
                  <a:lnTo>
                    <a:pt x="75054" y="37423"/>
                  </a:lnTo>
                  <a:close/>
                </a:path>
              </a:pathLst>
            </a:custGeom>
            <a:ln w="14636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261232" y="2937352"/>
              <a:ext cx="89535" cy="87970"/>
            </a:xfrm>
            <a:custGeom>
              <a:avLst/>
              <a:gdLst/>
              <a:ahLst/>
              <a:cxnLst/>
              <a:rect l="l" t="t" r="r" b="b"/>
              <a:pathLst>
                <a:path w="89535" h="89535">
                  <a:moveTo>
                    <a:pt x="89383" y="44572"/>
                  </a:moveTo>
                  <a:lnTo>
                    <a:pt x="85871" y="61912"/>
                  </a:lnTo>
                  <a:lnTo>
                    <a:pt x="76291" y="76072"/>
                  </a:lnTo>
                  <a:lnTo>
                    <a:pt x="62078" y="85618"/>
                  </a:lnTo>
                  <a:lnTo>
                    <a:pt x="44666" y="89118"/>
                  </a:lnTo>
                  <a:lnTo>
                    <a:pt x="27282" y="85618"/>
                  </a:lnTo>
                  <a:lnTo>
                    <a:pt x="13084" y="76072"/>
                  </a:lnTo>
                  <a:lnTo>
                    <a:pt x="3511" y="61912"/>
                  </a:lnTo>
                  <a:lnTo>
                    <a:pt x="0" y="44572"/>
                  </a:lnTo>
                  <a:lnTo>
                    <a:pt x="3511" y="27227"/>
                  </a:lnTo>
                  <a:lnTo>
                    <a:pt x="13084" y="13058"/>
                  </a:lnTo>
                  <a:lnTo>
                    <a:pt x="27282" y="3504"/>
                  </a:lnTo>
                  <a:lnTo>
                    <a:pt x="44666" y="0"/>
                  </a:lnTo>
                  <a:lnTo>
                    <a:pt x="62078" y="3504"/>
                  </a:lnTo>
                  <a:lnTo>
                    <a:pt x="76291" y="13058"/>
                  </a:lnTo>
                  <a:lnTo>
                    <a:pt x="85871" y="27227"/>
                  </a:lnTo>
                  <a:lnTo>
                    <a:pt x="89383" y="44572"/>
                  </a:lnTo>
                  <a:close/>
                </a:path>
              </a:pathLst>
            </a:custGeom>
            <a:ln w="1757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3858321" y="3254923"/>
              <a:ext cx="64769" cy="63014"/>
            </a:xfrm>
            <a:custGeom>
              <a:avLst/>
              <a:gdLst/>
              <a:ahLst/>
              <a:cxnLst/>
              <a:rect l="l" t="t" r="r" b="b"/>
              <a:pathLst>
                <a:path w="64770" h="64135">
                  <a:moveTo>
                    <a:pt x="32117" y="0"/>
                  </a:moveTo>
                  <a:lnTo>
                    <a:pt x="19618" y="2514"/>
                  </a:lnTo>
                  <a:lnTo>
                    <a:pt x="9409" y="9373"/>
                  </a:lnTo>
                  <a:lnTo>
                    <a:pt x="2524" y="19550"/>
                  </a:lnTo>
                  <a:lnTo>
                    <a:pt x="0" y="32016"/>
                  </a:lnTo>
                  <a:lnTo>
                    <a:pt x="2524" y="44490"/>
                  </a:lnTo>
                  <a:lnTo>
                    <a:pt x="9409" y="54670"/>
                  </a:lnTo>
                  <a:lnTo>
                    <a:pt x="19618" y="61531"/>
                  </a:lnTo>
                  <a:lnTo>
                    <a:pt x="32117" y="64046"/>
                  </a:lnTo>
                  <a:lnTo>
                    <a:pt x="44607" y="61531"/>
                  </a:lnTo>
                  <a:lnTo>
                    <a:pt x="54813" y="54670"/>
                  </a:lnTo>
                  <a:lnTo>
                    <a:pt x="61696" y="44490"/>
                  </a:lnTo>
                  <a:lnTo>
                    <a:pt x="64221" y="32016"/>
                  </a:lnTo>
                  <a:lnTo>
                    <a:pt x="61696" y="19550"/>
                  </a:lnTo>
                  <a:lnTo>
                    <a:pt x="54813" y="9373"/>
                  </a:lnTo>
                  <a:lnTo>
                    <a:pt x="44607" y="2514"/>
                  </a:lnTo>
                  <a:lnTo>
                    <a:pt x="32117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3858326" y="3254928"/>
              <a:ext cx="64769" cy="63014"/>
            </a:xfrm>
            <a:custGeom>
              <a:avLst/>
              <a:gdLst/>
              <a:ahLst/>
              <a:cxnLst/>
              <a:rect l="l" t="t" r="r" b="b"/>
              <a:pathLst>
                <a:path w="64770" h="64135">
                  <a:moveTo>
                    <a:pt x="64225" y="32014"/>
                  </a:moveTo>
                  <a:lnTo>
                    <a:pt x="61700" y="44483"/>
                  </a:lnTo>
                  <a:lnTo>
                    <a:pt x="54816" y="54660"/>
                  </a:lnTo>
                  <a:lnTo>
                    <a:pt x="44608" y="61520"/>
                  </a:lnTo>
                  <a:lnTo>
                    <a:pt x="32112" y="64035"/>
                  </a:lnTo>
                  <a:lnTo>
                    <a:pt x="19615" y="61520"/>
                  </a:lnTo>
                  <a:lnTo>
                    <a:pt x="9407" y="54660"/>
                  </a:lnTo>
                  <a:lnTo>
                    <a:pt x="2523" y="44483"/>
                  </a:lnTo>
                  <a:lnTo>
                    <a:pt x="0" y="32014"/>
                  </a:lnTo>
                  <a:lnTo>
                    <a:pt x="2523" y="19549"/>
                  </a:lnTo>
                  <a:lnTo>
                    <a:pt x="9407" y="9373"/>
                  </a:lnTo>
                  <a:lnTo>
                    <a:pt x="19615" y="2514"/>
                  </a:lnTo>
                  <a:lnTo>
                    <a:pt x="32112" y="0"/>
                  </a:lnTo>
                  <a:lnTo>
                    <a:pt x="44608" y="2514"/>
                  </a:lnTo>
                  <a:lnTo>
                    <a:pt x="54816" y="9373"/>
                  </a:lnTo>
                  <a:lnTo>
                    <a:pt x="61700" y="19549"/>
                  </a:lnTo>
                  <a:lnTo>
                    <a:pt x="64225" y="32014"/>
                  </a:lnTo>
                  <a:close/>
                </a:path>
              </a:pathLst>
            </a:custGeom>
            <a:ln w="1757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4239829" y="3275511"/>
              <a:ext cx="85090" cy="82979"/>
            </a:xfrm>
            <a:custGeom>
              <a:avLst/>
              <a:gdLst/>
              <a:ahLst/>
              <a:cxnLst/>
              <a:rect l="l" t="t" r="r" b="b"/>
              <a:pathLst>
                <a:path w="85089" h="84454">
                  <a:moveTo>
                    <a:pt x="42278" y="0"/>
                  </a:moveTo>
                  <a:lnTo>
                    <a:pt x="25819" y="3309"/>
                  </a:lnTo>
                  <a:lnTo>
                    <a:pt x="12379" y="12334"/>
                  </a:lnTo>
                  <a:lnTo>
                    <a:pt x="3321" y="25717"/>
                  </a:lnTo>
                  <a:lnTo>
                    <a:pt x="0" y="42100"/>
                  </a:lnTo>
                  <a:lnTo>
                    <a:pt x="3321" y="58498"/>
                  </a:lnTo>
                  <a:lnTo>
                    <a:pt x="12379" y="71889"/>
                  </a:lnTo>
                  <a:lnTo>
                    <a:pt x="25819" y="80918"/>
                  </a:lnTo>
                  <a:lnTo>
                    <a:pt x="42278" y="84227"/>
                  </a:lnTo>
                  <a:lnTo>
                    <a:pt x="58707" y="80918"/>
                  </a:lnTo>
                  <a:lnTo>
                    <a:pt x="72132" y="71889"/>
                  </a:lnTo>
                  <a:lnTo>
                    <a:pt x="81184" y="58498"/>
                  </a:lnTo>
                  <a:lnTo>
                    <a:pt x="84505" y="42100"/>
                  </a:lnTo>
                  <a:lnTo>
                    <a:pt x="81184" y="25717"/>
                  </a:lnTo>
                  <a:lnTo>
                    <a:pt x="72132" y="12334"/>
                  </a:lnTo>
                  <a:lnTo>
                    <a:pt x="58707" y="3309"/>
                  </a:lnTo>
                  <a:lnTo>
                    <a:pt x="42278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239839" y="3275503"/>
              <a:ext cx="85090" cy="82979"/>
            </a:xfrm>
            <a:custGeom>
              <a:avLst/>
              <a:gdLst/>
              <a:ahLst/>
              <a:cxnLst/>
              <a:rect l="l" t="t" r="r" b="b"/>
              <a:pathLst>
                <a:path w="85089" h="84454">
                  <a:moveTo>
                    <a:pt x="84495" y="42106"/>
                  </a:moveTo>
                  <a:lnTo>
                    <a:pt x="81175" y="58504"/>
                  </a:lnTo>
                  <a:lnTo>
                    <a:pt x="72124" y="71893"/>
                  </a:lnTo>
                  <a:lnTo>
                    <a:pt x="58703" y="80920"/>
                  </a:lnTo>
                  <a:lnTo>
                    <a:pt x="42272" y="84231"/>
                  </a:lnTo>
                  <a:lnTo>
                    <a:pt x="25812" y="80920"/>
                  </a:lnTo>
                  <a:lnTo>
                    <a:pt x="12376" y="71893"/>
                  </a:lnTo>
                  <a:lnTo>
                    <a:pt x="3320" y="58504"/>
                  </a:lnTo>
                  <a:lnTo>
                    <a:pt x="0" y="42106"/>
                  </a:lnTo>
                  <a:lnTo>
                    <a:pt x="3320" y="25718"/>
                  </a:lnTo>
                  <a:lnTo>
                    <a:pt x="12376" y="12334"/>
                  </a:lnTo>
                  <a:lnTo>
                    <a:pt x="25812" y="3309"/>
                  </a:lnTo>
                  <a:lnTo>
                    <a:pt x="42272" y="0"/>
                  </a:lnTo>
                  <a:lnTo>
                    <a:pt x="58703" y="3309"/>
                  </a:lnTo>
                  <a:lnTo>
                    <a:pt x="72124" y="12334"/>
                  </a:lnTo>
                  <a:lnTo>
                    <a:pt x="81175" y="25718"/>
                  </a:lnTo>
                  <a:lnTo>
                    <a:pt x="84495" y="42106"/>
                  </a:lnTo>
                  <a:close/>
                </a:path>
              </a:pathLst>
            </a:custGeom>
            <a:ln w="17569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029504" y="3109766"/>
              <a:ext cx="89535" cy="87346"/>
            </a:xfrm>
            <a:custGeom>
              <a:avLst/>
              <a:gdLst/>
              <a:ahLst/>
              <a:cxnLst/>
              <a:rect l="l" t="t" r="r" b="b"/>
              <a:pathLst>
                <a:path w="89535" h="88900">
                  <a:moveTo>
                    <a:pt x="44613" y="0"/>
                  </a:moveTo>
                  <a:lnTo>
                    <a:pt x="27259" y="3491"/>
                  </a:lnTo>
                  <a:lnTo>
                    <a:pt x="13075" y="13012"/>
                  </a:lnTo>
                  <a:lnTo>
                    <a:pt x="3509" y="27137"/>
                  </a:lnTo>
                  <a:lnTo>
                    <a:pt x="0" y="44437"/>
                  </a:lnTo>
                  <a:lnTo>
                    <a:pt x="3509" y="61737"/>
                  </a:lnTo>
                  <a:lnTo>
                    <a:pt x="13075" y="75860"/>
                  </a:lnTo>
                  <a:lnTo>
                    <a:pt x="27259" y="85383"/>
                  </a:lnTo>
                  <a:lnTo>
                    <a:pt x="44613" y="88874"/>
                  </a:lnTo>
                  <a:lnTo>
                    <a:pt x="61960" y="85383"/>
                  </a:lnTo>
                  <a:lnTo>
                    <a:pt x="76125" y="75860"/>
                  </a:lnTo>
                  <a:lnTo>
                    <a:pt x="85676" y="61737"/>
                  </a:lnTo>
                  <a:lnTo>
                    <a:pt x="89178" y="44437"/>
                  </a:lnTo>
                  <a:lnTo>
                    <a:pt x="85676" y="27137"/>
                  </a:lnTo>
                  <a:lnTo>
                    <a:pt x="76125" y="13012"/>
                  </a:lnTo>
                  <a:lnTo>
                    <a:pt x="61960" y="3491"/>
                  </a:lnTo>
                  <a:lnTo>
                    <a:pt x="44613" y="0"/>
                  </a:lnTo>
                  <a:close/>
                </a:path>
              </a:pathLst>
            </a:custGeom>
            <a:solidFill>
              <a:srgbClr val="F39751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134852" y="3001747"/>
              <a:ext cx="140335" cy="102319"/>
            </a:xfrm>
            <a:custGeom>
              <a:avLst/>
              <a:gdLst/>
              <a:ahLst/>
              <a:cxnLst/>
              <a:rect l="l" t="t" r="r" b="b"/>
              <a:pathLst>
                <a:path w="140335" h="104139">
                  <a:moveTo>
                    <a:pt x="0" y="103525"/>
                  </a:moveTo>
                  <a:lnTo>
                    <a:pt x="140262" y="0"/>
                  </a:lnTo>
                </a:path>
              </a:pathLst>
            </a:custGeom>
            <a:ln w="158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134560" y="3205365"/>
              <a:ext cx="120014" cy="89842"/>
            </a:xfrm>
            <a:custGeom>
              <a:avLst/>
              <a:gdLst/>
              <a:ahLst/>
              <a:cxnLst/>
              <a:rect l="l" t="t" r="r" b="b"/>
              <a:pathLst>
                <a:path w="120014" h="91439">
                  <a:moveTo>
                    <a:pt x="119694" y="91354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880100" y="3065228"/>
              <a:ext cx="129539" cy="54278"/>
            </a:xfrm>
            <a:custGeom>
              <a:avLst/>
              <a:gdLst/>
              <a:ahLst/>
              <a:cxnLst/>
              <a:rect l="l" t="t" r="r" b="b"/>
              <a:pathLst>
                <a:path w="129539" h="55245">
                  <a:moveTo>
                    <a:pt x="129172" y="55229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915213" y="3204808"/>
              <a:ext cx="111760" cy="66133"/>
            </a:xfrm>
            <a:custGeom>
              <a:avLst/>
              <a:gdLst/>
              <a:ahLst/>
              <a:cxnLst/>
              <a:rect l="l" t="t" r="r" b="b"/>
              <a:pathLst>
                <a:path w="111760" h="67310">
                  <a:moveTo>
                    <a:pt x="111448" y="0"/>
                  </a:moveTo>
                  <a:lnTo>
                    <a:pt x="0" y="66769"/>
                  </a:lnTo>
                </a:path>
              </a:pathLst>
            </a:custGeom>
            <a:ln w="158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071381" y="3217428"/>
              <a:ext cx="0" cy="108558"/>
            </a:xfrm>
            <a:custGeom>
              <a:avLst/>
              <a:gdLst/>
              <a:ahLst/>
              <a:cxnLst/>
              <a:rect l="l" t="t" r="r" b="b"/>
              <a:pathLst>
                <a:path h="110489">
                  <a:moveTo>
                    <a:pt x="0" y="0"/>
                  </a:moveTo>
                  <a:lnTo>
                    <a:pt x="0" y="109885"/>
                  </a:lnTo>
                </a:path>
              </a:pathLst>
            </a:custGeom>
            <a:ln w="21176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038797" y="2980777"/>
              <a:ext cx="30480" cy="101072"/>
            </a:xfrm>
            <a:custGeom>
              <a:avLst/>
              <a:gdLst/>
              <a:ahLst/>
              <a:cxnLst/>
              <a:rect l="l" t="t" r="r" b="b"/>
              <a:pathLst>
                <a:path w="30479" h="102870">
                  <a:moveTo>
                    <a:pt x="0" y="0"/>
                  </a:moveTo>
                  <a:lnTo>
                    <a:pt x="29941" y="102722"/>
                  </a:lnTo>
                </a:path>
              </a:pathLst>
            </a:custGeom>
            <a:ln w="15875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661661" y="2712443"/>
              <a:ext cx="875030" cy="857862"/>
            </a:xfrm>
            <a:custGeom>
              <a:avLst/>
              <a:gdLst/>
              <a:ahLst/>
              <a:cxnLst/>
              <a:rect l="l" t="t" r="r" b="b"/>
              <a:pathLst>
                <a:path w="875029" h="873125">
                  <a:moveTo>
                    <a:pt x="874979" y="459193"/>
                  </a:moveTo>
                  <a:lnTo>
                    <a:pt x="874928" y="413359"/>
                  </a:lnTo>
                  <a:lnTo>
                    <a:pt x="870534" y="369976"/>
                  </a:lnTo>
                  <a:lnTo>
                    <a:pt x="861466" y="326009"/>
                  </a:lnTo>
                  <a:lnTo>
                    <a:pt x="847826" y="282994"/>
                  </a:lnTo>
                  <a:lnTo>
                    <a:pt x="829627" y="241274"/>
                  </a:lnTo>
                  <a:lnTo>
                    <a:pt x="806869" y="201256"/>
                  </a:lnTo>
                  <a:lnTo>
                    <a:pt x="802995" y="195884"/>
                  </a:lnTo>
                  <a:lnTo>
                    <a:pt x="802995" y="414248"/>
                  </a:lnTo>
                  <a:lnTo>
                    <a:pt x="802944" y="459193"/>
                  </a:lnTo>
                  <a:lnTo>
                    <a:pt x="797928" y="501167"/>
                  </a:lnTo>
                  <a:lnTo>
                    <a:pt x="787717" y="543293"/>
                  </a:lnTo>
                  <a:lnTo>
                    <a:pt x="772426" y="584212"/>
                  </a:lnTo>
                  <a:lnTo>
                    <a:pt x="752068" y="623430"/>
                  </a:lnTo>
                  <a:lnTo>
                    <a:pt x="726630" y="660463"/>
                  </a:lnTo>
                  <a:lnTo>
                    <a:pt x="696112" y="694817"/>
                  </a:lnTo>
                  <a:lnTo>
                    <a:pt x="661581" y="725157"/>
                  </a:lnTo>
                  <a:lnTo>
                    <a:pt x="624370" y="750430"/>
                  </a:lnTo>
                  <a:lnTo>
                    <a:pt x="584987" y="770623"/>
                  </a:lnTo>
                  <a:lnTo>
                    <a:pt x="543915" y="785761"/>
                  </a:lnTo>
                  <a:lnTo>
                    <a:pt x="501637" y="795832"/>
                  </a:lnTo>
                  <a:lnTo>
                    <a:pt x="458990" y="800798"/>
                  </a:lnTo>
                  <a:lnTo>
                    <a:pt x="415391" y="800785"/>
                  </a:lnTo>
                  <a:lnTo>
                    <a:pt x="372402" y="795667"/>
                  </a:lnTo>
                  <a:lnTo>
                    <a:pt x="330149" y="785482"/>
                  </a:lnTo>
                  <a:lnTo>
                    <a:pt x="289115" y="770242"/>
                  </a:lnTo>
                  <a:lnTo>
                    <a:pt x="249783" y="749935"/>
                  </a:lnTo>
                  <a:lnTo>
                    <a:pt x="212636" y="724573"/>
                  </a:lnTo>
                  <a:lnTo>
                    <a:pt x="178168" y="694143"/>
                  </a:lnTo>
                  <a:lnTo>
                    <a:pt x="147751" y="659714"/>
                  </a:lnTo>
                  <a:lnTo>
                    <a:pt x="122415" y="622617"/>
                  </a:lnTo>
                  <a:lnTo>
                    <a:pt x="102158" y="583349"/>
                  </a:lnTo>
                  <a:lnTo>
                    <a:pt x="86982" y="542404"/>
                  </a:lnTo>
                  <a:lnTo>
                    <a:pt x="76885" y="500240"/>
                  </a:lnTo>
                  <a:lnTo>
                    <a:pt x="71970" y="458304"/>
                  </a:lnTo>
                  <a:lnTo>
                    <a:pt x="72021" y="413359"/>
                  </a:lnTo>
                  <a:lnTo>
                    <a:pt x="77050" y="371386"/>
                  </a:lnTo>
                  <a:lnTo>
                    <a:pt x="87261" y="329247"/>
                  </a:lnTo>
                  <a:lnTo>
                    <a:pt x="102552" y="288340"/>
                  </a:lnTo>
                  <a:lnTo>
                    <a:pt x="122910" y="249123"/>
                  </a:lnTo>
                  <a:lnTo>
                    <a:pt x="148361" y="212090"/>
                  </a:lnTo>
                  <a:lnTo>
                    <a:pt x="178866" y="177723"/>
                  </a:lnTo>
                  <a:lnTo>
                    <a:pt x="213410" y="147396"/>
                  </a:lnTo>
                  <a:lnTo>
                    <a:pt x="250609" y="122123"/>
                  </a:lnTo>
                  <a:lnTo>
                    <a:pt x="289979" y="101930"/>
                  </a:lnTo>
                  <a:lnTo>
                    <a:pt x="331050" y="86791"/>
                  </a:lnTo>
                  <a:lnTo>
                    <a:pt x="373329" y="76720"/>
                  </a:lnTo>
                  <a:lnTo>
                    <a:pt x="416331" y="71716"/>
                  </a:lnTo>
                  <a:lnTo>
                    <a:pt x="459574" y="71767"/>
                  </a:lnTo>
                  <a:lnTo>
                    <a:pt x="502564" y="76885"/>
                  </a:lnTo>
                  <a:lnTo>
                    <a:pt x="544817" y="87071"/>
                  </a:lnTo>
                  <a:lnTo>
                    <a:pt x="585851" y="102311"/>
                  </a:lnTo>
                  <a:lnTo>
                    <a:pt x="625182" y="122618"/>
                  </a:lnTo>
                  <a:lnTo>
                    <a:pt x="662317" y="147980"/>
                  </a:lnTo>
                  <a:lnTo>
                    <a:pt x="696785" y="178396"/>
                  </a:lnTo>
                  <a:lnTo>
                    <a:pt x="727202" y="212839"/>
                  </a:lnTo>
                  <a:lnTo>
                    <a:pt x="752538" y="249936"/>
                  </a:lnTo>
                  <a:lnTo>
                    <a:pt x="772795" y="289204"/>
                  </a:lnTo>
                  <a:lnTo>
                    <a:pt x="787984" y="330149"/>
                  </a:lnTo>
                  <a:lnTo>
                    <a:pt x="798080" y="372313"/>
                  </a:lnTo>
                  <a:lnTo>
                    <a:pt x="802995" y="414248"/>
                  </a:lnTo>
                  <a:lnTo>
                    <a:pt x="802995" y="195884"/>
                  </a:lnTo>
                  <a:lnTo>
                    <a:pt x="779538" y="163309"/>
                  </a:lnTo>
                  <a:lnTo>
                    <a:pt x="747636" y="127800"/>
                  </a:lnTo>
                  <a:lnTo>
                    <a:pt x="712114" y="95910"/>
                  </a:lnTo>
                  <a:lnTo>
                    <a:pt x="678497" y="71716"/>
                  </a:lnTo>
                  <a:lnTo>
                    <a:pt x="674128" y="68567"/>
                  </a:lnTo>
                  <a:lnTo>
                    <a:pt x="634047" y="45770"/>
                  </a:lnTo>
                  <a:lnTo>
                    <a:pt x="592264" y="27520"/>
                  </a:lnTo>
                  <a:lnTo>
                    <a:pt x="549160" y="13817"/>
                  </a:lnTo>
                  <a:lnTo>
                    <a:pt x="505091" y="4660"/>
                  </a:lnTo>
                  <a:lnTo>
                    <a:pt x="460463" y="50"/>
                  </a:lnTo>
                  <a:lnTo>
                    <a:pt x="415632" y="0"/>
                  </a:lnTo>
                  <a:lnTo>
                    <a:pt x="370979" y="4483"/>
                  </a:lnTo>
                  <a:lnTo>
                    <a:pt x="326898" y="13525"/>
                  </a:lnTo>
                  <a:lnTo>
                    <a:pt x="283743" y="27114"/>
                  </a:lnTo>
                  <a:lnTo>
                    <a:pt x="241922" y="45262"/>
                  </a:lnTo>
                  <a:lnTo>
                    <a:pt x="201777" y="67957"/>
                  </a:lnTo>
                  <a:lnTo>
                    <a:pt x="163715" y="95199"/>
                  </a:lnTo>
                  <a:lnTo>
                    <a:pt x="128092" y="127000"/>
                  </a:lnTo>
                  <a:lnTo>
                    <a:pt x="96113" y="162433"/>
                  </a:lnTo>
                  <a:lnTo>
                    <a:pt x="68694" y="200317"/>
                  </a:lnTo>
                  <a:lnTo>
                    <a:pt x="45834" y="240271"/>
                  </a:lnTo>
                  <a:lnTo>
                    <a:pt x="27533" y="281927"/>
                  </a:lnTo>
                  <a:lnTo>
                    <a:pt x="13792" y="324916"/>
                  </a:lnTo>
                  <a:lnTo>
                    <a:pt x="4610" y="368858"/>
                  </a:lnTo>
                  <a:lnTo>
                    <a:pt x="0" y="413359"/>
                  </a:lnTo>
                  <a:lnTo>
                    <a:pt x="50" y="459193"/>
                  </a:lnTo>
                  <a:lnTo>
                    <a:pt x="4445" y="502589"/>
                  </a:lnTo>
                  <a:lnTo>
                    <a:pt x="13512" y="546544"/>
                  </a:lnTo>
                  <a:lnTo>
                    <a:pt x="27139" y="589572"/>
                  </a:lnTo>
                  <a:lnTo>
                    <a:pt x="45339" y="631278"/>
                  </a:lnTo>
                  <a:lnTo>
                    <a:pt x="68097" y="671296"/>
                  </a:lnTo>
                  <a:lnTo>
                    <a:pt x="95427" y="709244"/>
                  </a:lnTo>
                  <a:lnTo>
                    <a:pt x="127304" y="744753"/>
                  </a:lnTo>
                  <a:lnTo>
                    <a:pt x="162839" y="776643"/>
                  </a:lnTo>
                  <a:lnTo>
                    <a:pt x="200825" y="803986"/>
                  </a:lnTo>
                  <a:lnTo>
                    <a:pt x="240893" y="826795"/>
                  </a:lnTo>
                  <a:lnTo>
                    <a:pt x="282676" y="845045"/>
                  </a:lnTo>
                  <a:lnTo>
                    <a:pt x="325793" y="858748"/>
                  </a:lnTo>
                  <a:lnTo>
                    <a:pt x="369849" y="867892"/>
                  </a:lnTo>
                  <a:lnTo>
                    <a:pt x="414477" y="872502"/>
                  </a:lnTo>
                  <a:lnTo>
                    <a:pt x="459308" y="872566"/>
                  </a:lnTo>
                  <a:lnTo>
                    <a:pt x="503961" y="868070"/>
                  </a:lnTo>
                  <a:lnTo>
                    <a:pt x="548043" y="859028"/>
                  </a:lnTo>
                  <a:lnTo>
                    <a:pt x="591197" y="845439"/>
                  </a:lnTo>
                  <a:lnTo>
                    <a:pt x="633031" y="827290"/>
                  </a:lnTo>
                  <a:lnTo>
                    <a:pt x="673163" y="804595"/>
                  </a:lnTo>
                  <a:lnTo>
                    <a:pt x="711238" y="777354"/>
                  </a:lnTo>
                  <a:lnTo>
                    <a:pt x="746861" y="745553"/>
                  </a:lnTo>
                  <a:lnTo>
                    <a:pt x="778840" y="710133"/>
                  </a:lnTo>
                  <a:lnTo>
                    <a:pt x="806259" y="672249"/>
                  </a:lnTo>
                  <a:lnTo>
                    <a:pt x="829132" y="632294"/>
                  </a:lnTo>
                  <a:lnTo>
                    <a:pt x="847432" y="590626"/>
                  </a:lnTo>
                  <a:lnTo>
                    <a:pt x="861174" y="547636"/>
                  </a:lnTo>
                  <a:lnTo>
                    <a:pt x="870356" y="503707"/>
                  </a:lnTo>
                  <a:lnTo>
                    <a:pt x="874979" y="4591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510890" y="3520693"/>
              <a:ext cx="289560" cy="283874"/>
            </a:xfrm>
            <a:custGeom>
              <a:avLst/>
              <a:gdLst/>
              <a:ahLst/>
              <a:cxnLst/>
              <a:rect l="l" t="t" r="r" b="b"/>
              <a:pathLst>
                <a:path w="289560" h="288925">
                  <a:moveTo>
                    <a:pt x="82953" y="0"/>
                  </a:moveTo>
                  <a:lnTo>
                    <a:pt x="10840" y="52729"/>
                  </a:lnTo>
                  <a:lnTo>
                    <a:pt x="0" y="82490"/>
                  </a:lnTo>
                  <a:lnTo>
                    <a:pt x="4151" y="98946"/>
                  </a:lnTo>
                  <a:lnTo>
                    <a:pt x="14523" y="113841"/>
                  </a:lnTo>
                  <a:lnTo>
                    <a:pt x="174670" y="273912"/>
                  </a:lnTo>
                  <a:lnTo>
                    <a:pt x="189696" y="284431"/>
                  </a:lnTo>
                  <a:lnTo>
                    <a:pt x="206477" y="288902"/>
                  </a:lnTo>
                  <a:lnTo>
                    <a:pt x="222886" y="287042"/>
                  </a:lnTo>
                  <a:lnTo>
                    <a:pt x="236799" y="278573"/>
                  </a:lnTo>
                  <a:lnTo>
                    <a:pt x="278963" y="236599"/>
                  </a:lnTo>
                  <a:lnTo>
                    <a:pt x="287505" y="222763"/>
                  </a:lnTo>
                  <a:lnTo>
                    <a:pt x="289417" y="206408"/>
                  </a:lnTo>
                  <a:lnTo>
                    <a:pt x="284981" y="189654"/>
                  </a:lnTo>
                  <a:lnTo>
                    <a:pt x="274480" y="174625"/>
                  </a:lnTo>
                  <a:lnTo>
                    <a:pt x="114371" y="14578"/>
                  </a:lnTo>
                  <a:lnTo>
                    <a:pt x="99454" y="4180"/>
                  </a:lnTo>
                  <a:lnTo>
                    <a:pt x="82953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665169" y="2715918"/>
              <a:ext cx="875665" cy="857862"/>
            </a:xfrm>
            <a:custGeom>
              <a:avLst/>
              <a:gdLst/>
              <a:ahLst/>
              <a:cxnLst/>
              <a:rect l="l" t="t" r="r" b="b"/>
              <a:pathLst>
                <a:path w="875664" h="873125">
                  <a:moveTo>
                    <a:pt x="127359" y="744762"/>
                  </a:moveTo>
                  <a:lnTo>
                    <a:pt x="95472" y="709254"/>
                  </a:lnTo>
                  <a:lnTo>
                    <a:pt x="68150" y="671302"/>
                  </a:lnTo>
                  <a:lnTo>
                    <a:pt x="45393" y="631282"/>
                  </a:lnTo>
                  <a:lnTo>
                    <a:pt x="27200" y="589572"/>
                  </a:lnTo>
                  <a:lnTo>
                    <a:pt x="13570" y="546549"/>
                  </a:lnTo>
                  <a:lnTo>
                    <a:pt x="4503" y="502590"/>
                  </a:lnTo>
                  <a:lnTo>
                    <a:pt x="0" y="458071"/>
                  </a:lnTo>
                  <a:lnTo>
                    <a:pt x="58" y="413369"/>
                  </a:lnTo>
                  <a:lnTo>
                    <a:pt x="4679" y="368862"/>
                  </a:lnTo>
                  <a:lnTo>
                    <a:pt x="13861" y="324926"/>
                  </a:lnTo>
                  <a:lnTo>
                    <a:pt x="27605" y="281938"/>
                  </a:lnTo>
                  <a:lnTo>
                    <a:pt x="45909" y="240275"/>
                  </a:lnTo>
                  <a:lnTo>
                    <a:pt x="68775" y="200315"/>
                  </a:lnTo>
                  <a:lnTo>
                    <a:pt x="96200" y="162434"/>
                  </a:lnTo>
                  <a:lnTo>
                    <a:pt x="128185" y="127009"/>
                  </a:lnTo>
                  <a:lnTo>
                    <a:pt x="163800" y="95210"/>
                  </a:lnTo>
                  <a:lnTo>
                    <a:pt x="201865" y="67963"/>
                  </a:lnTo>
                  <a:lnTo>
                    <a:pt x="242002" y="45269"/>
                  </a:lnTo>
                  <a:lnTo>
                    <a:pt x="283833" y="27125"/>
                  </a:lnTo>
                  <a:lnTo>
                    <a:pt x="326981" y="13533"/>
                  </a:lnTo>
                  <a:lnTo>
                    <a:pt x="371067" y="4491"/>
                  </a:lnTo>
                  <a:lnTo>
                    <a:pt x="415714" y="0"/>
                  </a:lnTo>
                  <a:lnTo>
                    <a:pt x="460544" y="57"/>
                  </a:lnTo>
                  <a:lnTo>
                    <a:pt x="505179" y="4664"/>
                  </a:lnTo>
                  <a:lnTo>
                    <a:pt x="549242" y="13819"/>
                  </a:lnTo>
                  <a:lnTo>
                    <a:pt x="592355" y="27522"/>
                  </a:lnTo>
                  <a:lnTo>
                    <a:pt x="634139" y="45773"/>
                  </a:lnTo>
                  <a:lnTo>
                    <a:pt x="674218" y="68571"/>
                  </a:lnTo>
                  <a:lnTo>
                    <a:pt x="712214" y="95916"/>
                  </a:lnTo>
                  <a:lnTo>
                    <a:pt x="747748" y="127807"/>
                  </a:lnTo>
                  <a:lnTo>
                    <a:pt x="779634" y="163314"/>
                  </a:lnTo>
                  <a:lnTo>
                    <a:pt x="806956" y="201266"/>
                  </a:lnTo>
                  <a:lnTo>
                    <a:pt x="829714" y="241285"/>
                  </a:lnTo>
                  <a:lnTo>
                    <a:pt x="847907" y="282995"/>
                  </a:lnTo>
                  <a:lnTo>
                    <a:pt x="861538" y="326018"/>
                  </a:lnTo>
                  <a:lnTo>
                    <a:pt x="870604" y="369977"/>
                  </a:lnTo>
                  <a:lnTo>
                    <a:pt x="875108" y="414496"/>
                  </a:lnTo>
                  <a:lnTo>
                    <a:pt x="875049" y="459198"/>
                  </a:lnTo>
                  <a:lnTo>
                    <a:pt x="870429" y="503705"/>
                  </a:lnTo>
                  <a:lnTo>
                    <a:pt x="861246" y="547641"/>
                  </a:lnTo>
                  <a:lnTo>
                    <a:pt x="847502" y="590629"/>
                  </a:lnTo>
                  <a:lnTo>
                    <a:pt x="829197" y="632292"/>
                  </a:lnTo>
                  <a:lnTo>
                    <a:pt x="806332" y="672252"/>
                  </a:lnTo>
                  <a:lnTo>
                    <a:pt x="778907" y="710134"/>
                  </a:lnTo>
                  <a:lnTo>
                    <a:pt x="746922" y="745559"/>
                  </a:lnTo>
                  <a:lnTo>
                    <a:pt x="711314" y="777358"/>
                  </a:lnTo>
                  <a:lnTo>
                    <a:pt x="673254" y="804604"/>
                  </a:lnTo>
                  <a:lnTo>
                    <a:pt x="633121" y="827299"/>
                  </a:lnTo>
                  <a:lnTo>
                    <a:pt x="591292" y="845442"/>
                  </a:lnTo>
                  <a:lnTo>
                    <a:pt x="548145" y="859034"/>
                  </a:lnTo>
                  <a:lnTo>
                    <a:pt x="504058" y="868076"/>
                  </a:lnTo>
                  <a:lnTo>
                    <a:pt x="459410" y="872568"/>
                  </a:lnTo>
                  <a:lnTo>
                    <a:pt x="414578" y="872510"/>
                  </a:lnTo>
                  <a:lnTo>
                    <a:pt x="369940" y="867904"/>
                  </a:lnTo>
                  <a:lnTo>
                    <a:pt x="325874" y="858749"/>
                  </a:lnTo>
                  <a:lnTo>
                    <a:pt x="282759" y="845045"/>
                  </a:lnTo>
                  <a:lnTo>
                    <a:pt x="240971" y="826795"/>
                  </a:lnTo>
                  <a:lnTo>
                    <a:pt x="200890" y="803997"/>
                  </a:lnTo>
                  <a:lnTo>
                    <a:pt x="162893" y="776652"/>
                  </a:lnTo>
                  <a:lnTo>
                    <a:pt x="127359" y="744762"/>
                  </a:lnTo>
                  <a:close/>
                </a:path>
              </a:pathLst>
            </a:custGeom>
            <a:ln w="2540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736264" y="2785773"/>
              <a:ext cx="732790" cy="718109"/>
            </a:xfrm>
            <a:custGeom>
              <a:avLst/>
              <a:gdLst/>
              <a:ahLst/>
              <a:cxnLst/>
              <a:rect l="l" t="t" r="r" b="b"/>
              <a:pathLst>
                <a:path w="732789" h="730885">
                  <a:moveTo>
                    <a:pt x="106502" y="623552"/>
                  </a:moveTo>
                  <a:lnTo>
                    <a:pt x="76029" y="589052"/>
                  </a:lnTo>
                  <a:lnTo>
                    <a:pt x="50646" y="551892"/>
                  </a:lnTo>
                  <a:lnTo>
                    <a:pt x="30352" y="512556"/>
                  </a:lnTo>
                  <a:lnTo>
                    <a:pt x="15147" y="471528"/>
                  </a:lnTo>
                  <a:lnTo>
                    <a:pt x="5029" y="429295"/>
                  </a:lnTo>
                  <a:lnTo>
                    <a:pt x="0" y="386340"/>
                  </a:lnTo>
                  <a:lnTo>
                    <a:pt x="57" y="343150"/>
                  </a:lnTo>
                  <a:lnTo>
                    <a:pt x="5200" y="300208"/>
                  </a:lnTo>
                  <a:lnTo>
                    <a:pt x="15429" y="258000"/>
                  </a:lnTo>
                  <a:lnTo>
                    <a:pt x="30743" y="217011"/>
                  </a:lnTo>
                  <a:lnTo>
                    <a:pt x="51142" y="177725"/>
                  </a:lnTo>
                  <a:lnTo>
                    <a:pt x="76624" y="140628"/>
                  </a:lnTo>
                  <a:lnTo>
                    <a:pt x="107191" y="106205"/>
                  </a:lnTo>
                  <a:lnTo>
                    <a:pt x="141794" y="75818"/>
                  </a:lnTo>
                  <a:lnTo>
                    <a:pt x="179066" y="50507"/>
                  </a:lnTo>
                  <a:lnTo>
                    <a:pt x="218521" y="30270"/>
                  </a:lnTo>
                  <a:lnTo>
                    <a:pt x="259671" y="15107"/>
                  </a:lnTo>
                  <a:lnTo>
                    <a:pt x="302030" y="5017"/>
                  </a:lnTo>
                  <a:lnTo>
                    <a:pt x="345112" y="0"/>
                  </a:lnTo>
                  <a:lnTo>
                    <a:pt x="388431" y="54"/>
                  </a:lnTo>
                  <a:lnTo>
                    <a:pt x="431499" y="5180"/>
                  </a:lnTo>
                  <a:lnTo>
                    <a:pt x="473831" y="15376"/>
                  </a:lnTo>
                  <a:lnTo>
                    <a:pt x="514940" y="30643"/>
                  </a:lnTo>
                  <a:lnTo>
                    <a:pt x="554340" y="50979"/>
                  </a:lnTo>
                  <a:lnTo>
                    <a:pt x="591544" y="76383"/>
                  </a:lnTo>
                  <a:lnTo>
                    <a:pt x="626065" y="106856"/>
                  </a:lnTo>
                  <a:lnTo>
                    <a:pt x="656538" y="141360"/>
                  </a:lnTo>
                  <a:lnTo>
                    <a:pt x="681921" y="178524"/>
                  </a:lnTo>
                  <a:lnTo>
                    <a:pt x="702215" y="217864"/>
                  </a:lnTo>
                  <a:lnTo>
                    <a:pt x="717422" y="258894"/>
                  </a:lnTo>
                  <a:lnTo>
                    <a:pt x="727539" y="301129"/>
                  </a:lnTo>
                  <a:lnTo>
                    <a:pt x="732569" y="344085"/>
                  </a:lnTo>
                  <a:lnTo>
                    <a:pt x="732512" y="387276"/>
                  </a:lnTo>
                  <a:lnTo>
                    <a:pt x="727368" y="430219"/>
                  </a:lnTo>
                  <a:lnTo>
                    <a:pt x="717139" y="472427"/>
                  </a:lnTo>
                  <a:lnTo>
                    <a:pt x="701824" y="513416"/>
                  </a:lnTo>
                  <a:lnTo>
                    <a:pt x="681426" y="552702"/>
                  </a:lnTo>
                  <a:lnTo>
                    <a:pt x="655943" y="589798"/>
                  </a:lnTo>
                  <a:lnTo>
                    <a:pt x="625377" y="624221"/>
                  </a:lnTo>
                  <a:lnTo>
                    <a:pt x="590774" y="654608"/>
                  </a:lnTo>
                  <a:lnTo>
                    <a:pt x="553504" y="679920"/>
                  </a:lnTo>
                  <a:lnTo>
                    <a:pt x="514052" y="700157"/>
                  </a:lnTo>
                  <a:lnTo>
                    <a:pt x="472905" y="715321"/>
                  </a:lnTo>
                  <a:lnTo>
                    <a:pt x="430548" y="725410"/>
                  </a:lnTo>
                  <a:lnTo>
                    <a:pt x="387469" y="730427"/>
                  </a:lnTo>
                  <a:lnTo>
                    <a:pt x="344153" y="730371"/>
                  </a:lnTo>
                  <a:lnTo>
                    <a:pt x="301086" y="725244"/>
                  </a:lnTo>
                  <a:lnTo>
                    <a:pt x="258754" y="715045"/>
                  </a:lnTo>
                  <a:lnTo>
                    <a:pt x="217644" y="699776"/>
                  </a:lnTo>
                  <a:lnTo>
                    <a:pt x="178241" y="679437"/>
                  </a:lnTo>
                  <a:lnTo>
                    <a:pt x="141032" y="654029"/>
                  </a:lnTo>
                  <a:lnTo>
                    <a:pt x="106502" y="623552"/>
                  </a:lnTo>
                  <a:close/>
                </a:path>
              </a:pathLst>
            </a:custGeom>
            <a:ln w="2540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397329" y="3404137"/>
              <a:ext cx="187960" cy="184050"/>
            </a:xfrm>
            <a:custGeom>
              <a:avLst/>
              <a:gdLst/>
              <a:ahLst/>
              <a:cxnLst/>
              <a:rect l="l" t="t" r="r" b="b"/>
              <a:pathLst>
                <a:path w="187960" h="187325">
                  <a:moveTo>
                    <a:pt x="187585" y="116964"/>
                  </a:moveTo>
                  <a:lnTo>
                    <a:pt x="117013" y="187167"/>
                  </a:lnTo>
                  <a:lnTo>
                    <a:pt x="0" y="70204"/>
                  </a:lnTo>
                  <a:lnTo>
                    <a:pt x="70616" y="0"/>
                  </a:lnTo>
                  <a:lnTo>
                    <a:pt x="187585" y="116964"/>
                  </a:lnTo>
                  <a:close/>
                </a:path>
              </a:pathLst>
            </a:custGeom>
            <a:ln w="2540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10448" y="3517099"/>
              <a:ext cx="295910" cy="290113"/>
            </a:xfrm>
            <a:custGeom>
              <a:avLst/>
              <a:gdLst/>
              <a:ahLst/>
              <a:cxnLst/>
              <a:rect l="l" t="t" r="r" b="b"/>
              <a:pathLst>
                <a:path w="295910" h="295275">
                  <a:moveTo>
                    <a:pt x="281219" y="174010"/>
                  </a:moveTo>
                  <a:lnTo>
                    <a:pt x="291566" y="189205"/>
                  </a:lnTo>
                  <a:lnTo>
                    <a:pt x="295549" y="206413"/>
                  </a:lnTo>
                  <a:lnTo>
                    <a:pt x="292962" y="223442"/>
                  </a:lnTo>
                  <a:lnTo>
                    <a:pt x="283598" y="238104"/>
                  </a:lnTo>
                  <a:lnTo>
                    <a:pt x="238279" y="283166"/>
                  </a:lnTo>
                  <a:lnTo>
                    <a:pt x="223570" y="292449"/>
                  </a:lnTo>
                  <a:lnTo>
                    <a:pt x="206489" y="294974"/>
                  </a:lnTo>
                  <a:lnTo>
                    <a:pt x="189240" y="290955"/>
                  </a:lnTo>
                  <a:lnTo>
                    <a:pt x="174026" y="280607"/>
                  </a:lnTo>
                  <a:lnTo>
                    <a:pt x="13886" y="120533"/>
                  </a:lnTo>
                  <a:lnTo>
                    <a:pt x="3691" y="105482"/>
                  </a:lnTo>
                  <a:lnTo>
                    <a:pt x="0" y="88569"/>
                  </a:lnTo>
                  <a:lnTo>
                    <a:pt x="2870" y="71830"/>
                  </a:lnTo>
                  <a:lnTo>
                    <a:pt x="12361" y="57299"/>
                  </a:lnTo>
                  <a:lnTo>
                    <a:pt x="57680" y="12237"/>
                  </a:lnTo>
                  <a:lnTo>
                    <a:pt x="72274" y="2820"/>
                  </a:lnTo>
                  <a:lnTo>
                    <a:pt x="89060" y="0"/>
                  </a:lnTo>
                  <a:lnTo>
                    <a:pt x="106006" y="3723"/>
                  </a:lnTo>
                  <a:lnTo>
                    <a:pt x="121080" y="13938"/>
                  </a:lnTo>
                  <a:lnTo>
                    <a:pt x="281219" y="174010"/>
                  </a:lnTo>
                  <a:close/>
                </a:path>
              </a:pathLst>
            </a:custGeom>
            <a:ln w="2540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60200" y="3610484"/>
              <a:ext cx="150495" cy="147864"/>
            </a:xfrm>
            <a:custGeom>
              <a:avLst/>
              <a:gdLst/>
              <a:ahLst/>
              <a:cxnLst/>
              <a:rect l="l" t="t" r="r" b="b"/>
              <a:pathLst>
                <a:path w="150495" h="150495">
                  <a:moveTo>
                    <a:pt x="0" y="0"/>
                  </a:moveTo>
                  <a:lnTo>
                    <a:pt x="150193" y="150145"/>
                  </a:lnTo>
                </a:path>
              </a:pathLst>
            </a:custGeom>
            <a:ln w="19050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2" name="object 92"/>
            <p:cNvSpPr txBox="1"/>
            <p:nvPr/>
          </p:nvSpPr>
          <p:spPr>
            <a:xfrm>
              <a:off x="3611397" y="2052240"/>
              <a:ext cx="1483527" cy="32060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>
                <a:spcBef>
                  <a:spcPts val="100"/>
                </a:spcBef>
                <a:defRPr/>
              </a:pPr>
              <a:r>
                <a:rPr sz="2000" b="1" spc="315" dirty="0" smtClean="0">
                  <a:solidFill>
                    <a:srgbClr val="262626"/>
                  </a:solidFill>
                  <a:latin typeface="Trebuchet MS"/>
                  <a:cs typeface="Trebuchet MS"/>
                </a:rPr>
                <a:t>SARPRAS</a:t>
              </a:r>
              <a:endParaRPr sz="2000" dirty="0">
                <a:solidFill>
                  <a:prstClr val="black"/>
                </a:solidFill>
                <a:latin typeface="Trebuchet MS"/>
                <a:cs typeface="Trebuchet MS"/>
              </a:endParaRPr>
            </a:p>
          </p:txBody>
        </p:sp>
      </p:grpSp>
      <p:sp>
        <p:nvSpPr>
          <p:cNvPr id="105" name="object 96"/>
          <p:cNvSpPr txBox="1"/>
          <p:nvPr/>
        </p:nvSpPr>
        <p:spPr>
          <a:xfrm>
            <a:off x="8676859" y="3535878"/>
            <a:ext cx="2913321" cy="29225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4130" rIns="0" bIns="0" rtlCol="0">
            <a:spAutoFit/>
          </a:bodyPr>
          <a:lstStyle/>
          <a:p>
            <a:pPr marL="12700" marR="5080" defTabSz="914400">
              <a:lnSpc>
                <a:spcPct val="100299"/>
              </a:lnSpc>
              <a:spcBef>
                <a:spcPts val="190"/>
              </a:spcBef>
              <a:defRPr/>
            </a:pPr>
            <a:r>
              <a:rPr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PENAMBAHAN ANGGARAN BELANJA :</a:t>
            </a: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Font typeface="+mj-lt"/>
              <a:buAutoNum type="arabicPeriod"/>
              <a:defRPr/>
            </a:pPr>
            <a:r>
              <a:rPr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BBM</a:t>
            </a: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Font typeface="+mj-lt"/>
              <a:buAutoNum type="arabicPeriod"/>
              <a:defRPr/>
            </a:pPr>
            <a:r>
              <a:rPr lang="x-none"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PLN</a:t>
            </a: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Font typeface="+mj-lt"/>
              <a:buAutoNum type="arabicPeriod"/>
              <a:defRPr/>
            </a:pPr>
            <a:r>
              <a:rPr lang="x-none"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PEMELIHARAAN KENDARAAN OPERASIONAL</a:t>
            </a:r>
            <a:endParaRPr sz="2000" b="1" spc="125" dirty="0" smtClean="0">
              <a:solidFill>
                <a:schemeClr val="bg1"/>
              </a:solidFill>
              <a:latin typeface="+mj-lt"/>
              <a:cs typeface="Trebuchet MS"/>
            </a:endParaRP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Font typeface="+mj-lt"/>
              <a:buAutoNum type="arabicPeriod"/>
              <a:defRPr/>
            </a:pPr>
            <a:r>
              <a:rPr lang="x-none"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PERALATAN KANTOR</a:t>
            </a:r>
          </a:p>
          <a:p>
            <a:pPr marL="12700" marR="5080" defTabSz="914400">
              <a:lnSpc>
                <a:spcPct val="100299"/>
              </a:lnSpc>
              <a:spcBef>
                <a:spcPts val="190"/>
              </a:spcBef>
              <a:defRPr/>
            </a:pPr>
            <a:r>
              <a:rPr lang="x-none" sz="2000" b="1" spc="125" dirty="0" smtClean="0">
                <a:solidFill>
                  <a:schemeClr val="bg1"/>
                </a:solidFill>
                <a:latin typeface="+mj-lt"/>
                <a:cs typeface="Trebuchet MS"/>
              </a:rPr>
              <a:t>(KAB. SEMARANG)</a:t>
            </a:r>
            <a:endParaRPr sz="2000" b="1" dirty="0">
              <a:solidFill>
                <a:schemeClr val="bg1"/>
              </a:solidFill>
              <a:latin typeface="+mj-lt"/>
              <a:cs typeface="Trebuchet MS"/>
            </a:endParaRPr>
          </a:p>
        </p:txBody>
      </p:sp>
      <p:sp>
        <p:nvSpPr>
          <p:cNvPr id="12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076678" cy="81252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71271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370"/>
              </a:spcBef>
            </a:pPr>
            <a:r>
              <a:rPr lang="en-AU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S</a:t>
            </a:r>
            <a:r>
              <a:rPr lang="id-ID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EKRETARIAT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70" name="object 95"/>
          <p:cNvSpPr txBox="1"/>
          <p:nvPr/>
        </p:nvSpPr>
        <p:spPr>
          <a:xfrm>
            <a:off x="533672" y="4946618"/>
            <a:ext cx="3325809" cy="6326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 defTabSz="914400">
              <a:lnSpc>
                <a:spcPct val="100600"/>
              </a:lnSpc>
              <a:spcBef>
                <a:spcPts val="85"/>
              </a:spcBef>
              <a:defRPr/>
            </a:pPr>
            <a:r>
              <a:rPr lang="en-US" sz="2000" b="1" dirty="0" smtClean="0">
                <a:solidFill>
                  <a:schemeClr val="bg1"/>
                </a:solidFill>
              </a:rPr>
              <a:t>P</a:t>
            </a:r>
            <a:r>
              <a:rPr lang="id-ID" sz="2000" b="1" dirty="0" smtClean="0">
                <a:solidFill>
                  <a:schemeClr val="bg1"/>
                </a:solidFill>
              </a:rPr>
              <a:t>ERLU ADANYA PENINGKATAN KUALITAS SDM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71" name="object 96"/>
          <p:cNvSpPr txBox="1"/>
          <p:nvPr/>
        </p:nvSpPr>
        <p:spPr>
          <a:xfrm>
            <a:off x="4532036" y="3522412"/>
            <a:ext cx="3923125" cy="133241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4130" rIns="0" bIns="0" rtlCol="0">
            <a:spAutoFit/>
          </a:bodyPr>
          <a:lstStyle/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Font typeface="+mj-lt"/>
              <a:buAutoNum type="arabicPeriod"/>
              <a:defRPr/>
            </a:pPr>
            <a:r>
              <a:rPr lang="en-AU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P</a:t>
            </a:r>
            <a:r>
              <a:rPr lang="id-ID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ENGECATAN GEDUNG UPPD </a:t>
            </a: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AutoNum type="arabicPeriod"/>
              <a:defRPr/>
            </a:pPr>
            <a:r>
              <a:rPr lang="id-ID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PENAMBAHAN </a:t>
            </a:r>
            <a:r>
              <a:rPr lang="en-AU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P</a:t>
            </a:r>
            <a:r>
              <a:rPr lang="id-ID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RINTER OKI</a:t>
            </a:r>
          </a:p>
          <a:p>
            <a:pPr marL="355600" marR="5080" indent="-342900" defTabSz="914400">
              <a:lnSpc>
                <a:spcPct val="100299"/>
              </a:lnSpc>
              <a:spcBef>
                <a:spcPts val="190"/>
              </a:spcBef>
              <a:buAutoNum type="arabicPeriod"/>
              <a:defRPr/>
            </a:pPr>
            <a:r>
              <a:rPr lang="id-ID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PEREMAJAAN KOMPUTER</a:t>
            </a:r>
          </a:p>
          <a:p>
            <a:pPr marL="12700" marR="5080" defTabSz="914400">
              <a:lnSpc>
                <a:spcPct val="100299"/>
              </a:lnSpc>
              <a:spcBef>
                <a:spcPts val="190"/>
              </a:spcBef>
              <a:defRPr/>
            </a:pPr>
            <a:r>
              <a:rPr lang="id-ID" sz="2000" b="1" spc="125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     (SALATIGA)</a:t>
            </a:r>
            <a:endParaRPr sz="2000" b="1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8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0"/>
            <a:ext cx="5699051" cy="8125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71271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370"/>
              </a:spcBef>
            </a:pPr>
            <a:r>
              <a:rPr lang="en-AU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B</a:t>
            </a:r>
            <a:r>
              <a:rPr lang="id-ID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IDANG VALBIN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2"/>
            <a:ext cx="777875" cy="130810"/>
            <a:chOff x="0" y="2"/>
            <a:chExt cx="777875" cy="130810"/>
          </a:xfrm>
        </p:grpSpPr>
        <p:sp>
          <p:nvSpPr>
            <p:cNvPr id="99" name="object 99"/>
            <p:cNvSpPr/>
            <p:nvPr/>
          </p:nvSpPr>
          <p:spPr>
            <a:xfrm>
              <a:off x="152400" y="2"/>
              <a:ext cx="625475" cy="130810"/>
            </a:xfrm>
            <a:custGeom>
              <a:avLst/>
              <a:gdLst/>
              <a:ahLst/>
              <a:cxnLst/>
              <a:rect l="l" t="t" r="r" b="b"/>
              <a:pathLst>
                <a:path w="625475" h="130810">
                  <a:moveTo>
                    <a:pt x="625433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625433" y="130628"/>
                  </a:lnTo>
                  <a:lnTo>
                    <a:pt x="625433" y="0"/>
                  </a:lnTo>
                  <a:close/>
                </a:path>
              </a:pathLst>
            </a:custGeom>
            <a:solidFill>
              <a:srgbClr val="FFBD4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2"/>
              <a:ext cx="152400" cy="130810"/>
            </a:xfrm>
            <a:custGeom>
              <a:avLst/>
              <a:gdLst/>
              <a:ahLst/>
              <a:cxnLst/>
              <a:rect l="l" t="t" r="r" b="b"/>
              <a:pathLst>
                <a:path w="152400" h="130810">
                  <a:moveTo>
                    <a:pt x="152400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152400" y="13062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11" name="object 4"/>
          <p:cNvSpPr txBox="1"/>
          <p:nvPr/>
        </p:nvSpPr>
        <p:spPr>
          <a:xfrm>
            <a:off x="3934760" y="3429000"/>
            <a:ext cx="4322480" cy="94897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defTabSz="914400">
              <a:spcBef>
                <a:spcPts val="100"/>
              </a:spcBef>
              <a:defRPr/>
            </a:pPr>
            <a:r>
              <a:rPr lang="en-AU" sz="2000" b="1" spc="20" dirty="0" smtClean="0">
                <a:solidFill>
                  <a:schemeClr val="bg1"/>
                </a:solidFill>
                <a:latin typeface="+mj-lt"/>
                <a:cs typeface="Trebuchet MS"/>
              </a:rPr>
              <a:t>P</a:t>
            </a:r>
            <a:r>
              <a:rPr lang="id-ID" sz="2000" b="1" spc="20" dirty="0" smtClean="0">
                <a:solidFill>
                  <a:schemeClr val="bg1"/>
                </a:solidFill>
                <a:latin typeface="+mj-lt"/>
                <a:cs typeface="Trebuchet MS"/>
              </a:rPr>
              <a:t>EMBERIAN SANKSI DISIPLIN </a:t>
            </a:r>
            <a:r>
              <a:rPr lang="id-ID" sz="2000" b="1" spc="20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TEGAS</a:t>
            </a:r>
            <a:r>
              <a:rPr lang="id-ID" sz="2000" b="1" spc="20" dirty="0" smtClean="0">
                <a:solidFill>
                  <a:schemeClr val="bg1"/>
                </a:solidFill>
                <a:latin typeface="+mj-lt"/>
                <a:cs typeface="Trebuchet MS"/>
              </a:rPr>
              <a:t> PEGAWAI YANG MELANGGAR ATURAN</a:t>
            </a:r>
          </a:p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spc="20" dirty="0" smtClean="0">
                <a:solidFill>
                  <a:schemeClr val="bg1"/>
                </a:solidFill>
                <a:latin typeface="+mj-lt"/>
                <a:cs typeface="Trebuchet MS"/>
              </a:rPr>
              <a:t>(SMG-2)</a:t>
            </a:r>
            <a:endParaRPr lang="en-AU" sz="2000" b="1" dirty="0">
              <a:solidFill>
                <a:schemeClr val="bg1"/>
              </a:solidFill>
              <a:latin typeface="+mj-lt"/>
              <a:cs typeface="Trebuchet M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046345" y="1203614"/>
            <a:ext cx="2099310" cy="1809750"/>
            <a:chOff x="8428770" y="3988147"/>
            <a:chExt cx="2099310" cy="1809750"/>
          </a:xfrm>
        </p:grpSpPr>
        <p:sp>
          <p:nvSpPr>
            <p:cNvPr id="13" name="object 74"/>
            <p:cNvSpPr/>
            <p:nvPr/>
          </p:nvSpPr>
          <p:spPr>
            <a:xfrm>
              <a:off x="8428770" y="3988147"/>
              <a:ext cx="2099310" cy="1809750"/>
            </a:xfrm>
            <a:custGeom>
              <a:avLst/>
              <a:gdLst/>
              <a:ahLst/>
              <a:cxnLst/>
              <a:rect l="l" t="t" r="r" b="b"/>
              <a:pathLst>
                <a:path w="2099309" h="1809750">
                  <a:moveTo>
                    <a:pt x="1646454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2"/>
                  </a:lnTo>
                  <a:lnTo>
                    <a:pt x="1646454" y="1809292"/>
                  </a:lnTo>
                  <a:lnTo>
                    <a:pt x="2098763" y="904646"/>
                  </a:lnTo>
                  <a:lnTo>
                    <a:pt x="1646454" y="0"/>
                  </a:lnTo>
                  <a:close/>
                </a:path>
              </a:pathLst>
            </a:custGeom>
            <a:solidFill>
              <a:srgbClr val="DAD9D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75"/>
            <p:cNvSpPr/>
            <p:nvPr/>
          </p:nvSpPr>
          <p:spPr>
            <a:xfrm>
              <a:off x="9206823" y="4609204"/>
              <a:ext cx="519430" cy="599440"/>
            </a:xfrm>
            <a:custGeom>
              <a:avLst/>
              <a:gdLst/>
              <a:ahLst/>
              <a:cxnLst/>
              <a:rect l="l" t="t" r="r" b="b"/>
              <a:pathLst>
                <a:path w="519429" h="599439">
                  <a:moveTo>
                    <a:pt x="259448" y="0"/>
                  </a:moveTo>
                  <a:lnTo>
                    <a:pt x="0" y="149744"/>
                  </a:lnTo>
                  <a:lnTo>
                    <a:pt x="0" y="449262"/>
                  </a:lnTo>
                  <a:lnTo>
                    <a:pt x="259448" y="599020"/>
                  </a:lnTo>
                  <a:lnTo>
                    <a:pt x="518821" y="449262"/>
                  </a:lnTo>
                  <a:lnTo>
                    <a:pt x="518821" y="149744"/>
                  </a:lnTo>
                  <a:lnTo>
                    <a:pt x="259448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76"/>
            <p:cNvSpPr/>
            <p:nvPr/>
          </p:nvSpPr>
          <p:spPr>
            <a:xfrm>
              <a:off x="9124480" y="4513532"/>
              <a:ext cx="684530" cy="789940"/>
            </a:xfrm>
            <a:custGeom>
              <a:avLst/>
              <a:gdLst/>
              <a:ahLst/>
              <a:cxnLst/>
              <a:rect l="l" t="t" r="r" b="b"/>
              <a:pathLst>
                <a:path w="684529" h="789939">
                  <a:moveTo>
                    <a:pt x="0" y="197469"/>
                  </a:moveTo>
                  <a:lnTo>
                    <a:pt x="0" y="592372"/>
                  </a:lnTo>
                  <a:lnTo>
                    <a:pt x="341981" y="789844"/>
                  </a:lnTo>
                  <a:lnTo>
                    <a:pt x="684001" y="592372"/>
                  </a:lnTo>
                  <a:lnTo>
                    <a:pt x="684001" y="197469"/>
                  </a:lnTo>
                  <a:lnTo>
                    <a:pt x="341981" y="0"/>
                  </a:lnTo>
                  <a:lnTo>
                    <a:pt x="0" y="197469"/>
                  </a:lnTo>
                  <a:close/>
                </a:path>
              </a:pathLst>
            </a:custGeom>
            <a:ln w="17959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77"/>
            <p:cNvSpPr/>
            <p:nvPr/>
          </p:nvSpPr>
          <p:spPr>
            <a:xfrm>
              <a:off x="9184065" y="4742935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11" y="0"/>
                  </a:moveTo>
                  <a:lnTo>
                    <a:pt x="203326" y="0"/>
                  </a:lnTo>
                  <a:lnTo>
                    <a:pt x="203326" y="261023"/>
                  </a:lnTo>
                  <a:lnTo>
                    <a:pt x="13588" y="580428"/>
                  </a:lnTo>
                  <a:lnTo>
                    <a:pt x="7705" y="592027"/>
                  </a:lnTo>
                  <a:lnTo>
                    <a:pt x="3451" y="604234"/>
                  </a:lnTo>
                  <a:lnTo>
                    <a:pt x="869" y="616883"/>
                  </a:lnTo>
                  <a:lnTo>
                    <a:pt x="0" y="629804"/>
                  </a:lnTo>
                  <a:lnTo>
                    <a:pt x="0" y="691907"/>
                  </a:lnTo>
                  <a:lnTo>
                    <a:pt x="566776" y="691907"/>
                  </a:lnTo>
                  <a:lnTo>
                    <a:pt x="566776" y="629804"/>
                  </a:lnTo>
                  <a:lnTo>
                    <a:pt x="559040" y="592027"/>
                  </a:lnTo>
                  <a:lnTo>
                    <a:pt x="363411" y="261023"/>
                  </a:lnTo>
                  <a:lnTo>
                    <a:pt x="363411" y="0"/>
                  </a:lnTo>
                  <a:close/>
                </a:path>
              </a:pathLst>
            </a:custGeom>
            <a:solidFill>
              <a:srgbClr val="F8FCF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78"/>
            <p:cNvSpPr/>
            <p:nvPr/>
          </p:nvSpPr>
          <p:spPr>
            <a:xfrm>
              <a:off x="9254056" y="5115057"/>
              <a:ext cx="495934" cy="320675"/>
            </a:xfrm>
            <a:custGeom>
              <a:avLst/>
              <a:gdLst/>
              <a:ahLst/>
              <a:cxnLst/>
              <a:rect l="l" t="t" r="r" b="b"/>
              <a:pathLst>
                <a:path w="495934" h="320675">
                  <a:moveTo>
                    <a:pt x="495693" y="258140"/>
                  </a:moveTo>
                  <a:lnTo>
                    <a:pt x="488937" y="220345"/>
                  </a:lnTo>
                  <a:lnTo>
                    <a:pt x="377202" y="3568"/>
                  </a:lnTo>
                  <a:lnTo>
                    <a:pt x="375323" y="0"/>
                  </a:lnTo>
                  <a:lnTo>
                    <a:pt x="360426" y="3111"/>
                  </a:lnTo>
                  <a:lnTo>
                    <a:pt x="357251" y="3302"/>
                  </a:lnTo>
                  <a:lnTo>
                    <a:pt x="349250" y="3530"/>
                  </a:lnTo>
                  <a:lnTo>
                    <a:pt x="323265" y="3492"/>
                  </a:lnTo>
                  <a:lnTo>
                    <a:pt x="138849" y="4660"/>
                  </a:lnTo>
                  <a:lnTo>
                    <a:pt x="97942" y="40424"/>
                  </a:lnTo>
                  <a:lnTo>
                    <a:pt x="79425" y="75996"/>
                  </a:lnTo>
                  <a:lnTo>
                    <a:pt x="47371" y="140284"/>
                  </a:lnTo>
                  <a:lnTo>
                    <a:pt x="11887" y="208737"/>
                  </a:lnTo>
                  <a:lnTo>
                    <a:pt x="6756" y="220345"/>
                  </a:lnTo>
                  <a:lnTo>
                    <a:pt x="3035" y="232562"/>
                  </a:lnTo>
                  <a:lnTo>
                    <a:pt x="774" y="245224"/>
                  </a:lnTo>
                  <a:lnTo>
                    <a:pt x="0" y="258140"/>
                  </a:lnTo>
                  <a:lnTo>
                    <a:pt x="4635" y="282321"/>
                  </a:lnTo>
                  <a:lnTo>
                    <a:pt x="17259" y="302056"/>
                  </a:lnTo>
                  <a:lnTo>
                    <a:pt x="35966" y="315353"/>
                  </a:lnTo>
                  <a:lnTo>
                    <a:pt x="58864" y="320230"/>
                  </a:lnTo>
                  <a:lnTo>
                    <a:pt x="436803" y="320230"/>
                  </a:lnTo>
                  <a:lnTo>
                    <a:pt x="459727" y="315353"/>
                  </a:lnTo>
                  <a:lnTo>
                    <a:pt x="478447" y="302056"/>
                  </a:lnTo>
                  <a:lnTo>
                    <a:pt x="491070" y="282321"/>
                  </a:lnTo>
                  <a:lnTo>
                    <a:pt x="495693" y="258140"/>
                  </a:lnTo>
                  <a:close/>
                </a:path>
              </a:pathLst>
            </a:custGeom>
            <a:solidFill>
              <a:srgbClr val="48464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79"/>
            <p:cNvSpPr/>
            <p:nvPr/>
          </p:nvSpPr>
          <p:spPr>
            <a:xfrm>
              <a:off x="9184058" y="4742937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21" y="261021"/>
                  </a:moveTo>
                  <a:lnTo>
                    <a:pt x="363421" y="0"/>
                  </a:lnTo>
                  <a:lnTo>
                    <a:pt x="203329" y="0"/>
                  </a:lnTo>
                  <a:lnTo>
                    <a:pt x="203329" y="261021"/>
                  </a:lnTo>
                  <a:lnTo>
                    <a:pt x="13592" y="580431"/>
                  </a:lnTo>
                  <a:lnTo>
                    <a:pt x="7709" y="592027"/>
                  </a:lnTo>
                  <a:lnTo>
                    <a:pt x="3454" y="604234"/>
                  </a:lnTo>
                  <a:lnTo>
                    <a:pt x="870" y="616883"/>
                  </a:lnTo>
                  <a:lnTo>
                    <a:pt x="0" y="629805"/>
                  </a:lnTo>
                  <a:lnTo>
                    <a:pt x="0" y="691905"/>
                  </a:lnTo>
                  <a:lnTo>
                    <a:pt x="566786" y="691905"/>
                  </a:lnTo>
                  <a:lnTo>
                    <a:pt x="566786" y="629805"/>
                  </a:lnTo>
                  <a:lnTo>
                    <a:pt x="565910" y="616883"/>
                  </a:lnTo>
                  <a:lnTo>
                    <a:pt x="563314" y="604234"/>
                  </a:lnTo>
                  <a:lnTo>
                    <a:pt x="559048" y="592027"/>
                  </a:lnTo>
                  <a:lnTo>
                    <a:pt x="553159" y="580431"/>
                  </a:lnTo>
                  <a:lnTo>
                    <a:pt x="363421" y="261021"/>
                  </a:lnTo>
                  <a:close/>
                </a:path>
              </a:pathLst>
            </a:custGeom>
            <a:ln w="33288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80"/>
            <p:cNvSpPr/>
            <p:nvPr/>
          </p:nvSpPr>
          <p:spPr>
            <a:xfrm>
              <a:off x="9335653" y="4668246"/>
              <a:ext cx="259715" cy="76200"/>
            </a:xfrm>
            <a:custGeom>
              <a:avLst/>
              <a:gdLst/>
              <a:ahLst/>
              <a:cxnLst/>
              <a:rect l="l" t="t" r="r" b="b"/>
              <a:pathLst>
                <a:path w="259715" h="76200">
                  <a:moveTo>
                    <a:pt x="222223" y="0"/>
                  </a:moveTo>
                  <a:lnTo>
                    <a:pt x="37387" y="0"/>
                  </a:lnTo>
                  <a:lnTo>
                    <a:pt x="22871" y="2951"/>
                  </a:lnTo>
                  <a:lnTo>
                    <a:pt x="10982" y="10986"/>
                  </a:lnTo>
                  <a:lnTo>
                    <a:pt x="2948" y="22876"/>
                  </a:lnTo>
                  <a:lnTo>
                    <a:pt x="0" y="37387"/>
                  </a:lnTo>
                  <a:lnTo>
                    <a:pt x="0" y="38581"/>
                  </a:lnTo>
                  <a:lnTo>
                    <a:pt x="2948" y="53091"/>
                  </a:lnTo>
                  <a:lnTo>
                    <a:pt x="10982" y="64966"/>
                  </a:lnTo>
                  <a:lnTo>
                    <a:pt x="22871" y="72986"/>
                  </a:lnTo>
                  <a:lnTo>
                    <a:pt x="37387" y="75932"/>
                  </a:lnTo>
                  <a:lnTo>
                    <a:pt x="222223" y="75932"/>
                  </a:lnTo>
                  <a:lnTo>
                    <a:pt x="236735" y="72986"/>
                  </a:lnTo>
                  <a:lnTo>
                    <a:pt x="248615" y="64966"/>
                  </a:lnTo>
                  <a:lnTo>
                    <a:pt x="256640" y="53091"/>
                  </a:lnTo>
                  <a:lnTo>
                    <a:pt x="259586" y="38581"/>
                  </a:lnTo>
                  <a:lnTo>
                    <a:pt x="259586" y="37387"/>
                  </a:lnTo>
                  <a:lnTo>
                    <a:pt x="256640" y="22876"/>
                  </a:lnTo>
                  <a:lnTo>
                    <a:pt x="248615" y="10986"/>
                  </a:lnTo>
                  <a:lnTo>
                    <a:pt x="236735" y="2951"/>
                  </a:lnTo>
                  <a:lnTo>
                    <a:pt x="222223" y="0"/>
                  </a:lnTo>
                  <a:close/>
                </a:path>
              </a:pathLst>
            </a:custGeom>
            <a:solidFill>
              <a:srgbClr val="F8FCF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81"/>
            <p:cNvSpPr/>
            <p:nvPr/>
          </p:nvSpPr>
          <p:spPr>
            <a:xfrm>
              <a:off x="9335655" y="4668250"/>
              <a:ext cx="259715" cy="76200"/>
            </a:xfrm>
            <a:custGeom>
              <a:avLst/>
              <a:gdLst/>
              <a:ahLst/>
              <a:cxnLst/>
              <a:rect l="l" t="t" r="r" b="b"/>
              <a:pathLst>
                <a:path w="259715" h="76200">
                  <a:moveTo>
                    <a:pt x="222225" y="75935"/>
                  </a:moveTo>
                  <a:lnTo>
                    <a:pt x="37388" y="75935"/>
                  </a:lnTo>
                  <a:lnTo>
                    <a:pt x="22874" y="72989"/>
                  </a:lnTo>
                  <a:lnTo>
                    <a:pt x="10985" y="64967"/>
                  </a:lnTo>
                  <a:lnTo>
                    <a:pt x="2951" y="53091"/>
                  </a:lnTo>
                  <a:lnTo>
                    <a:pt x="0" y="38582"/>
                  </a:lnTo>
                  <a:lnTo>
                    <a:pt x="0" y="37388"/>
                  </a:lnTo>
                  <a:lnTo>
                    <a:pt x="2951" y="22874"/>
                  </a:lnTo>
                  <a:lnTo>
                    <a:pt x="10985" y="10985"/>
                  </a:lnTo>
                  <a:lnTo>
                    <a:pt x="22874" y="2951"/>
                  </a:lnTo>
                  <a:lnTo>
                    <a:pt x="37388" y="0"/>
                  </a:lnTo>
                  <a:lnTo>
                    <a:pt x="222225" y="0"/>
                  </a:lnTo>
                  <a:lnTo>
                    <a:pt x="236734" y="2951"/>
                  </a:lnTo>
                  <a:lnTo>
                    <a:pt x="248611" y="10985"/>
                  </a:lnTo>
                  <a:lnTo>
                    <a:pt x="256633" y="22874"/>
                  </a:lnTo>
                  <a:lnTo>
                    <a:pt x="259579" y="37388"/>
                  </a:lnTo>
                  <a:lnTo>
                    <a:pt x="259579" y="38582"/>
                  </a:lnTo>
                  <a:lnTo>
                    <a:pt x="256633" y="53091"/>
                  </a:lnTo>
                  <a:lnTo>
                    <a:pt x="248611" y="64967"/>
                  </a:lnTo>
                  <a:lnTo>
                    <a:pt x="236734" y="72989"/>
                  </a:lnTo>
                  <a:lnTo>
                    <a:pt x="222225" y="75935"/>
                  </a:lnTo>
                  <a:close/>
                </a:path>
              </a:pathLst>
            </a:custGeom>
            <a:ln w="30212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82"/>
            <p:cNvSpPr/>
            <p:nvPr/>
          </p:nvSpPr>
          <p:spPr>
            <a:xfrm>
              <a:off x="9398194" y="4803012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49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83"/>
            <p:cNvSpPr/>
            <p:nvPr/>
          </p:nvSpPr>
          <p:spPr>
            <a:xfrm>
              <a:off x="9400178" y="4870482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63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84"/>
            <p:cNvSpPr/>
            <p:nvPr/>
          </p:nvSpPr>
          <p:spPr>
            <a:xfrm>
              <a:off x="9402146" y="4937955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61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85"/>
            <p:cNvSpPr/>
            <p:nvPr/>
          </p:nvSpPr>
          <p:spPr>
            <a:xfrm>
              <a:off x="9395487" y="5005426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09">
                  <a:moveTo>
                    <a:pt x="0" y="0"/>
                  </a:moveTo>
                  <a:lnTo>
                    <a:pt x="67059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86"/>
            <p:cNvSpPr/>
            <p:nvPr/>
          </p:nvSpPr>
          <p:spPr>
            <a:xfrm>
              <a:off x="9184058" y="4742937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21" y="261021"/>
                  </a:moveTo>
                  <a:lnTo>
                    <a:pt x="363421" y="0"/>
                  </a:lnTo>
                  <a:lnTo>
                    <a:pt x="203329" y="0"/>
                  </a:lnTo>
                  <a:lnTo>
                    <a:pt x="203329" y="261021"/>
                  </a:lnTo>
                  <a:lnTo>
                    <a:pt x="13592" y="580431"/>
                  </a:lnTo>
                  <a:lnTo>
                    <a:pt x="7709" y="592027"/>
                  </a:lnTo>
                  <a:lnTo>
                    <a:pt x="3454" y="604234"/>
                  </a:lnTo>
                  <a:lnTo>
                    <a:pt x="870" y="616883"/>
                  </a:lnTo>
                  <a:lnTo>
                    <a:pt x="0" y="629805"/>
                  </a:lnTo>
                  <a:lnTo>
                    <a:pt x="0" y="691905"/>
                  </a:lnTo>
                  <a:lnTo>
                    <a:pt x="566786" y="691905"/>
                  </a:lnTo>
                  <a:lnTo>
                    <a:pt x="566786" y="629805"/>
                  </a:lnTo>
                  <a:lnTo>
                    <a:pt x="565910" y="616883"/>
                  </a:lnTo>
                  <a:lnTo>
                    <a:pt x="563314" y="604234"/>
                  </a:lnTo>
                  <a:lnTo>
                    <a:pt x="559048" y="592027"/>
                  </a:lnTo>
                  <a:lnTo>
                    <a:pt x="553159" y="580431"/>
                  </a:lnTo>
                  <a:lnTo>
                    <a:pt x="363421" y="261021"/>
                  </a:lnTo>
                  <a:close/>
                </a:path>
              </a:pathLst>
            </a:custGeom>
            <a:ln w="33288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6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1205" y="4341071"/>
              <a:ext cx="204384" cy="204341"/>
            </a:xfrm>
            <a:prstGeom prst="rect">
              <a:avLst/>
            </a:prstGeom>
          </p:spPr>
        </p:pic>
        <p:pic>
          <p:nvPicPr>
            <p:cNvPr id="27" name="object 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3101" y="4507741"/>
              <a:ext cx="133425" cy="133422"/>
            </a:xfrm>
            <a:prstGeom prst="rect">
              <a:avLst/>
            </a:prstGeom>
          </p:spPr>
        </p:pic>
        <p:sp>
          <p:nvSpPr>
            <p:cNvPr id="28" name="object 89"/>
            <p:cNvSpPr/>
            <p:nvPr/>
          </p:nvSpPr>
          <p:spPr>
            <a:xfrm>
              <a:off x="9561896" y="5165476"/>
              <a:ext cx="95885" cy="147320"/>
            </a:xfrm>
            <a:custGeom>
              <a:avLst/>
              <a:gdLst/>
              <a:ahLst/>
              <a:cxnLst/>
              <a:rect l="l" t="t" r="r" b="b"/>
              <a:pathLst>
                <a:path w="95884" h="147320">
                  <a:moveTo>
                    <a:pt x="95652" y="146856"/>
                  </a:moveTo>
                  <a:lnTo>
                    <a:pt x="0" y="0"/>
                  </a:lnTo>
                </a:path>
              </a:pathLst>
            </a:custGeom>
            <a:ln w="236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90"/>
            <p:cNvSpPr/>
            <p:nvPr/>
          </p:nvSpPr>
          <p:spPr>
            <a:xfrm>
              <a:off x="9663184" y="533974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73" y="0"/>
                  </a:moveTo>
                  <a:lnTo>
                    <a:pt x="7289" y="0"/>
                  </a:lnTo>
                  <a:lnTo>
                    <a:pt x="0" y="7288"/>
                  </a:lnTo>
                  <a:lnTo>
                    <a:pt x="0" y="25246"/>
                  </a:lnTo>
                  <a:lnTo>
                    <a:pt x="7289" y="32536"/>
                  </a:lnTo>
                  <a:lnTo>
                    <a:pt x="25273" y="32536"/>
                  </a:lnTo>
                  <a:lnTo>
                    <a:pt x="32537" y="25246"/>
                  </a:lnTo>
                  <a:lnTo>
                    <a:pt x="32537" y="728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022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0"/>
            <a:ext cx="5699051" cy="8125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71271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370"/>
              </a:spcBef>
            </a:pPr>
            <a:r>
              <a:rPr lang="en-AU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B</a:t>
            </a:r>
            <a:r>
              <a:rPr lang="id-ID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IDANG RETRIBUSI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2"/>
            <a:ext cx="777875" cy="130810"/>
            <a:chOff x="0" y="2"/>
            <a:chExt cx="777875" cy="130810"/>
          </a:xfrm>
        </p:grpSpPr>
        <p:sp>
          <p:nvSpPr>
            <p:cNvPr id="99" name="object 99"/>
            <p:cNvSpPr/>
            <p:nvPr/>
          </p:nvSpPr>
          <p:spPr>
            <a:xfrm>
              <a:off x="152400" y="2"/>
              <a:ext cx="625475" cy="130810"/>
            </a:xfrm>
            <a:custGeom>
              <a:avLst/>
              <a:gdLst/>
              <a:ahLst/>
              <a:cxnLst/>
              <a:rect l="l" t="t" r="r" b="b"/>
              <a:pathLst>
                <a:path w="625475" h="130810">
                  <a:moveTo>
                    <a:pt x="625433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625433" y="130628"/>
                  </a:lnTo>
                  <a:lnTo>
                    <a:pt x="625433" y="0"/>
                  </a:lnTo>
                  <a:close/>
                </a:path>
              </a:pathLst>
            </a:custGeom>
            <a:solidFill>
              <a:srgbClr val="FFBD4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2"/>
              <a:ext cx="152400" cy="130810"/>
            </a:xfrm>
            <a:custGeom>
              <a:avLst/>
              <a:gdLst/>
              <a:ahLst/>
              <a:cxnLst/>
              <a:rect l="l" t="t" r="r" b="b"/>
              <a:pathLst>
                <a:path w="152400" h="130810">
                  <a:moveTo>
                    <a:pt x="152400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152400" y="13062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11" name="object 4"/>
          <p:cNvSpPr txBox="1"/>
          <p:nvPr/>
        </p:nvSpPr>
        <p:spPr>
          <a:xfrm>
            <a:off x="3934760" y="3429000"/>
            <a:ext cx="3819827" cy="6412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spc="20" dirty="0" smtClean="0">
                <a:solidFill>
                  <a:schemeClr val="bg1"/>
                </a:solidFill>
                <a:cs typeface="Trebuchet MS"/>
              </a:rPr>
              <a:t>PENDATAAN ULANG POTENSI PAP </a:t>
            </a:r>
          </a:p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spc="20" dirty="0" smtClean="0">
                <a:solidFill>
                  <a:schemeClr val="bg1"/>
                </a:solidFill>
                <a:cs typeface="Trebuchet MS"/>
              </a:rPr>
              <a:t>        (KAB. SEMARANG)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046345" y="1203614"/>
            <a:ext cx="2099310" cy="1809750"/>
            <a:chOff x="8428770" y="3988147"/>
            <a:chExt cx="2099310" cy="1809750"/>
          </a:xfrm>
        </p:grpSpPr>
        <p:sp>
          <p:nvSpPr>
            <p:cNvPr id="13" name="object 74"/>
            <p:cNvSpPr/>
            <p:nvPr/>
          </p:nvSpPr>
          <p:spPr>
            <a:xfrm>
              <a:off x="8428770" y="3988147"/>
              <a:ext cx="2099310" cy="1809750"/>
            </a:xfrm>
            <a:custGeom>
              <a:avLst/>
              <a:gdLst/>
              <a:ahLst/>
              <a:cxnLst/>
              <a:rect l="l" t="t" r="r" b="b"/>
              <a:pathLst>
                <a:path w="2099309" h="1809750">
                  <a:moveTo>
                    <a:pt x="1646454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2"/>
                  </a:lnTo>
                  <a:lnTo>
                    <a:pt x="1646454" y="1809292"/>
                  </a:lnTo>
                  <a:lnTo>
                    <a:pt x="2098763" y="904646"/>
                  </a:lnTo>
                  <a:lnTo>
                    <a:pt x="1646454" y="0"/>
                  </a:lnTo>
                  <a:close/>
                </a:path>
              </a:pathLst>
            </a:custGeom>
            <a:solidFill>
              <a:srgbClr val="DAD9D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75"/>
            <p:cNvSpPr/>
            <p:nvPr/>
          </p:nvSpPr>
          <p:spPr>
            <a:xfrm>
              <a:off x="9206823" y="4609204"/>
              <a:ext cx="519430" cy="599440"/>
            </a:xfrm>
            <a:custGeom>
              <a:avLst/>
              <a:gdLst/>
              <a:ahLst/>
              <a:cxnLst/>
              <a:rect l="l" t="t" r="r" b="b"/>
              <a:pathLst>
                <a:path w="519429" h="599439">
                  <a:moveTo>
                    <a:pt x="259448" y="0"/>
                  </a:moveTo>
                  <a:lnTo>
                    <a:pt x="0" y="149744"/>
                  </a:lnTo>
                  <a:lnTo>
                    <a:pt x="0" y="449262"/>
                  </a:lnTo>
                  <a:lnTo>
                    <a:pt x="259448" y="599020"/>
                  </a:lnTo>
                  <a:lnTo>
                    <a:pt x="518821" y="449262"/>
                  </a:lnTo>
                  <a:lnTo>
                    <a:pt x="518821" y="149744"/>
                  </a:lnTo>
                  <a:lnTo>
                    <a:pt x="259448" y="0"/>
                  </a:lnTo>
                  <a:close/>
                </a:path>
              </a:pathLst>
            </a:custGeom>
            <a:solidFill>
              <a:srgbClr val="F18532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76"/>
            <p:cNvSpPr/>
            <p:nvPr/>
          </p:nvSpPr>
          <p:spPr>
            <a:xfrm>
              <a:off x="9124480" y="4513532"/>
              <a:ext cx="684530" cy="789940"/>
            </a:xfrm>
            <a:custGeom>
              <a:avLst/>
              <a:gdLst/>
              <a:ahLst/>
              <a:cxnLst/>
              <a:rect l="l" t="t" r="r" b="b"/>
              <a:pathLst>
                <a:path w="684529" h="789939">
                  <a:moveTo>
                    <a:pt x="0" y="197469"/>
                  </a:moveTo>
                  <a:lnTo>
                    <a:pt x="0" y="592372"/>
                  </a:lnTo>
                  <a:lnTo>
                    <a:pt x="341981" y="789844"/>
                  </a:lnTo>
                  <a:lnTo>
                    <a:pt x="684001" y="592372"/>
                  </a:lnTo>
                  <a:lnTo>
                    <a:pt x="684001" y="197469"/>
                  </a:lnTo>
                  <a:lnTo>
                    <a:pt x="341981" y="0"/>
                  </a:lnTo>
                  <a:lnTo>
                    <a:pt x="0" y="197469"/>
                  </a:lnTo>
                  <a:close/>
                </a:path>
              </a:pathLst>
            </a:custGeom>
            <a:ln w="17959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77"/>
            <p:cNvSpPr/>
            <p:nvPr/>
          </p:nvSpPr>
          <p:spPr>
            <a:xfrm>
              <a:off x="9184065" y="4742935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11" y="0"/>
                  </a:moveTo>
                  <a:lnTo>
                    <a:pt x="203326" y="0"/>
                  </a:lnTo>
                  <a:lnTo>
                    <a:pt x="203326" y="261023"/>
                  </a:lnTo>
                  <a:lnTo>
                    <a:pt x="13588" y="580428"/>
                  </a:lnTo>
                  <a:lnTo>
                    <a:pt x="7705" y="592027"/>
                  </a:lnTo>
                  <a:lnTo>
                    <a:pt x="3451" y="604234"/>
                  </a:lnTo>
                  <a:lnTo>
                    <a:pt x="869" y="616883"/>
                  </a:lnTo>
                  <a:lnTo>
                    <a:pt x="0" y="629804"/>
                  </a:lnTo>
                  <a:lnTo>
                    <a:pt x="0" y="691907"/>
                  </a:lnTo>
                  <a:lnTo>
                    <a:pt x="566776" y="691907"/>
                  </a:lnTo>
                  <a:lnTo>
                    <a:pt x="566776" y="629804"/>
                  </a:lnTo>
                  <a:lnTo>
                    <a:pt x="559040" y="592027"/>
                  </a:lnTo>
                  <a:lnTo>
                    <a:pt x="363411" y="261023"/>
                  </a:lnTo>
                  <a:lnTo>
                    <a:pt x="363411" y="0"/>
                  </a:lnTo>
                  <a:close/>
                </a:path>
              </a:pathLst>
            </a:custGeom>
            <a:solidFill>
              <a:srgbClr val="F8FCF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78"/>
            <p:cNvSpPr/>
            <p:nvPr/>
          </p:nvSpPr>
          <p:spPr>
            <a:xfrm>
              <a:off x="9254056" y="5115057"/>
              <a:ext cx="495934" cy="320675"/>
            </a:xfrm>
            <a:custGeom>
              <a:avLst/>
              <a:gdLst/>
              <a:ahLst/>
              <a:cxnLst/>
              <a:rect l="l" t="t" r="r" b="b"/>
              <a:pathLst>
                <a:path w="495934" h="320675">
                  <a:moveTo>
                    <a:pt x="495693" y="258140"/>
                  </a:moveTo>
                  <a:lnTo>
                    <a:pt x="488937" y="220345"/>
                  </a:lnTo>
                  <a:lnTo>
                    <a:pt x="377202" y="3568"/>
                  </a:lnTo>
                  <a:lnTo>
                    <a:pt x="375323" y="0"/>
                  </a:lnTo>
                  <a:lnTo>
                    <a:pt x="360426" y="3111"/>
                  </a:lnTo>
                  <a:lnTo>
                    <a:pt x="357251" y="3302"/>
                  </a:lnTo>
                  <a:lnTo>
                    <a:pt x="349250" y="3530"/>
                  </a:lnTo>
                  <a:lnTo>
                    <a:pt x="323265" y="3492"/>
                  </a:lnTo>
                  <a:lnTo>
                    <a:pt x="138849" y="4660"/>
                  </a:lnTo>
                  <a:lnTo>
                    <a:pt x="97942" y="40424"/>
                  </a:lnTo>
                  <a:lnTo>
                    <a:pt x="79425" y="75996"/>
                  </a:lnTo>
                  <a:lnTo>
                    <a:pt x="47371" y="140284"/>
                  </a:lnTo>
                  <a:lnTo>
                    <a:pt x="11887" y="208737"/>
                  </a:lnTo>
                  <a:lnTo>
                    <a:pt x="6756" y="220345"/>
                  </a:lnTo>
                  <a:lnTo>
                    <a:pt x="3035" y="232562"/>
                  </a:lnTo>
                  <a:lnTo>
                    <a:pt x="774" y="245224"/>
                  </a:lnTo>
                  <a:lnTo>
                    <a:pt x="0" y="258140"/>
                  </a:lnTo>
                  <a:lnTo>
                    <a:pt x="4635" y="282321"/>
                  </a:lnTo>
                  <a:lnTo>
                    <a:pt x="17259" y="302056"/>
                  </a:lnTo>
                  <a:lnTo>
                    <a:pt x="35966" y="315353"/>
                  </a:lnTo>
                  <a:lnTo>
                    <a:pt x="58864" y="320230"/>
                  </a:lnTo>
                  <a:lnTo>
                    <a:pt x="436803" y="320230"/>
                  </a:lnTo>
                  <a:lnTo>
                    <a:pt x="459727" y="315353"/>
                  </a:lnTo>
                  <a:lnTo>
                    <a:pt x="478447" y="302056"/>
                  </a:lnTo>
                  <a:lnTo>
                    <a:pt x="491070" y="282321"/>
                  </a:lnTo>
                  <a:lnTo>
                    <a:pt x="495693" y="258140"/>
                  </a:lnTo>
                  <a:close/>
                </a:path>
              </a:pathLst>
            </a:custGeom>
            <a:solidFill>
              <a:srgbClr val="48464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79"/>
            <p:cNvSpPr/>
            <p:nvPr/>
          </p:nvSpPr>
          <p:spPr>
            <a:xfrm>
              <a:off x="9184058" y="4742937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21" y="261021"/>
                  </a:moveTo>
                  <a:lnTo>
                    <a:pt x="363421" y="0"/>
                  </a:lnTo>
                  <a:lnTo>
                    <a:pt x="203329" y="0"/>
                  </a:lnTo>
                  <a:lnTo>
                    <a:pt x="203329" y="261021"/>
                  </a:lnTo>
                  <a:lnTo>
                    <a:pt x="13592" y="580431"/>
                  </a:lnTo>
                  <a:lnTo>
                    <a:pt x="7709" y="592027"/>
                  </a:lnTo>
                  <a:lnTo>
                    <a:pt x="3454" y="604234"/>
                  </a:lnTo>
                  <a:lnTo>
                    <a:pt x="870" y="616883"/>
                  </a:lnTo>
                  <a:lnTo>
                    <a:pt x="0" y="629805"/>
                  </a:lnTo>
                  <a:lnTo>
                    <a:pt x="0" y="691905"/>
                  </a:lnTo>
                  <a:lnTo>
                    <a:pt x="566786" y="691905"/>
                  </a:lnTo>
                  <a:lnTo>
                    <a:pt x="566786" y="629805"/>
                  </a:lnTo>
                  <a:lnTo>
                    <a:pt x="565910" y="616883"/>
                  </a:lnTo>
                  <a:lnTo>
                    <a:pt x="563314" y="604234"/>
                  </a:lnTo>
                  <a:lnTo>
                    <a:pt x="559048" y="592027"/>
                  </a:lnTo>
                  <a:lnTo>
                    <a:pt x="553159" y="580431"/>
                  </a:lnTo>
                  <a:lnTo>
                    <a:pt x="363421" y="261021"/>
                  </a:lnTo>
                  <a:close/>
                </a:path>
              </a:pathLst>
            </a:custGeom>
            <a:ln w="33288">
              <a:solidFill>
                <a:srgbClr val="383D4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80"/>
            <p:cNvSpPr/>
            <p:nvPr/>
          </p:nvSpPr>
          <p:spPr>
            <a:xfrm>
              <a:off x="9335653" y="4668246"/>
              <a:ext cx="259715" cy="76200"/>
            </a:xfrm>
            <a:custGeom>
              <a:avLst/>
              <a:gdLst/>
              <a:ahLst/>
              <a:cxnLst/>
              <a:rect l="l" t="t" r="r" b="b"/>
              <a:pathLst>
                <a:path w="259715" h="76200">
                  <a:moveTo>
                    <a:pt x="222223" y="0"/>
                  </a:moveTo>
                  <a:lnTo>
                    <a:pt x="37387" y="0"/>
                  </a:lnTo>
                  <a:lnTo>
                    <a:pt x="22871" y="2951"/>
                  </a:lnTo>
                  <a:lnTo>
                    <a:pt x="10982" y="10986"/>
                  </a:lnTo>
                  <a:lnTo>
                    <a:pt x="2948" y="22876"/>
                  </a:lnTo>
                  <a:lnTo>
                    <a:pt x="0" y="37387"/>
                  </a:lnTo>
                  <a:lnTo>
                    <a:pt x="0" y="38581"/>
                  </a:lnTo>
                  <a:lnTo>
                    <a:pt x="2948" y="53091"/>
                  </a:lnTo>
                  <a:lnTo>
                    <a:pt x="10982" y="64966"/>
                  </a:lnTo>
                  <a:lnTo>
                    <a:pt x="22871" y="72986"/>
                  </a:lnTo>
                  <a:lnTo>
                    <a:pt x="37387" y="75932"/>
                  </a:lnTo>
                  <a:lnTo>
                    <a:pt x="222223" y="75932"/>
                  </a:lnTo>
                  <a:lnTo>
                    <a:pt x="236735" y="72986"/>
                  </a:lnTo>
                  <a:lnTo>
                    <a:pt x="248615" y="64966"/>
                  </a:lnTo>
                  <a:lnTo>
                    <a:pt x="256640" y="53091"/>
                  </a:lnTo>
                  <a:lnTo>
                    <a:pt x="259586" y="38581"/>
                  </a:lnTo>
                  <a:lnTo>
                    <a:pt x="259586" y="37387"/>
                  </a:lnTo>
                  <a:lnTo>
                    <a:pt x="256640" y="22876"/>
                  </a:lnTo>
                  <a:lnTo>
                    <a:pt x="248615" y="10986"/>
                  </a:lnTo>
                  <a:lnTo>
                    <a:pt x="236735" y="2951"/>
                  </a:lnTo>
                  <a:lnTo>
                    <a:pt x="222223" y="0"/>
                  </a:lnTo>
                  <a:close/>
                </a:path>
              </a:pathLst>
            </a:custGeom>
            <a:solidFill>
              <a:srgbClr val="F8FCF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81"/>
            <p:cNvSpPr/>
            <p:nvPr/>
          </p:nvSpPr>
          <p:spPr>
            <a:xfrm>
              <a:off x="9335655" y="4668250"/>
              <a:ext cx="259715" cy="76200"/>
            </a:xfrm>
            <a:custGeom>
              <a:avLst/>
              <a:gdLst/>
              <a:ahLst/>
              <a:cxnLst/>
              <a:rect l="l" t="t" r="r" b="b"/>
              <a:pathLst>
                <a:path w="259715" h="76200">
                  <a:moveTo>
                    <a:pt x="222225" y="75935"/>
                  </a:moveTo>
                  <a:lnTo>
                    <a:pt x="37388" y="75935"/>
                  </a:lnTo>
                  <a:lnTo>
                    <a:pt x="22874" y="72989"/>
                  </a:lnTo>
                  <a:lnTo>
                    <a:pt x="10985" y="64967"/>
                  </a:lnTo>
                  <a:lnTo>
                    <a:pt x="2951" y="53091"/>
                  </a:lnTo>
                  <a:lnTo>
                    <a:pt x="0" y="38582"/>
                  </a:lnTo>
                  <a:lnTo>
                    <a:pt x="0" y="37388"/>
                  </a:lnTo>
                  <a:lnTo>
                    <a:pt x="2951" y="22874"/>
                  </a:lnTo>
                  <a:lnTo>
                    <a:pt x="10985" y="10985"/>
                  </a:lnTo>
                  <a:lnTo>
                    <a:pt x="22874" y="2951"/>
                  </a:lnTo>
                  <a:lnTo>
                    <a:pt x="37388" y="0"/>
                  </a:lnTo>
                  <a:lnTo>
                    <a:pt x="222225" y="0"/>
                  </a:lnTo>
                  <a:lnTo>
                    <a:pt x="236734" y="2951"/>
                  </a:lnTo>
                  <a:lnTo>
                    <a:pt x="248611" y="10985"/>
                  </a:lnTo>
                  <a:lnTo>
                    <a:pt x="256633" y="22874"/>
                  </a:lnTo>
                  <a:lnTo>
                    <a:pt x="259579" y="37388"/>
                  </a:lnTo>
                  <a:lnTo>
                    <a:pt x="259579" y="38582"/>
                  </a:lnTo>
                  <a:lnTo>
                    <a:pt x="256633" y="53091"/>
                  </a:lnTo>
                  <a:lnTo>
                    <a:pt x="248611" y="64967"/>
                  </a:lnTo>
                  <a:lnTo>
                    <a:pt x="236734" y="72989"/>
                  </a:lnTo>
                  <a:lnTo>
                    <a:pt x="222225" y="75935"/>
                  </a:lnTo>
                  <a:close/>
                </a:path>
              </a:pathLst>
            </a:custGeom>
            <a:ln w="30212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82"/>
            <p:cNvSpPr/>
            <p:nvPr/>
          </p:nvSpPr>
          <p:spPr>
            <a:xfrm>
              <a:off x="9398194" y="4803012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49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83"/>
            <p:cNvSpPr/>
            <p:nvPr/>
          </p:nvSpPr>
          <p:spPr>
            <a:xfrm>
              <a:off x="9400178" y="4870482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63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84"/>
            <p:cNvSpPr/>
            <p:nvPr/>
          </p:nvSpPr>
          <p:spPr>
            <a:xfrm>
              <a:off x="9402146" y="4937955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561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85"/>
            <p:cNvSpPr/>
            <p:nvPr/>
          </p:nvSpPr>
          <p:spPr>
            <a:xfrm>
              <a:off x="9395487" y="5005426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09">
                  <a:moveTo>
                    <a:pt x="0" y="0"/>
                  </a:moveTo>
                  <a:lnTo>
                    <a:pt x="67059" y="0"/>
                  </a:lnTo>
                </a:path>
              </a:pathLst>
            </a:custGeom>
            <a:ln w="18913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86"/>
            <p:cNvSpPr/>
            <p:nvPr/>
          </p:nvSpPr>
          <p:spPr>
            <a:xfrm>
              <a:off x="9184058" y="4742937"/>
              <a:ext cx="567055" cy="692150"/>
            </a:xfrm>
            <a:custGeom>
              <a:avLst/>
              <a:gdLst/>
              <a:ahLst/>
              <a:cxnLst/>
              <a:rect l="l" t="t" r="r" b="b"/>
              <a:pathLst>
                <a:path w="567054" h="692150">
                  <a:moveTo>
                    <a:pt x="363421" y="261021"/>
                  </a:moveTo>
                  <a:lnTo>
                    <a:pt x="363421" y="0"/>
                  </a:lnTo>
                  <a:lnTo>
                    <a:pt x="203329" y="0"/>
                  </a:lnTo>
                  <a:lnTo>
                    <a:pt x="203329" y="261021"/>
                  </a:lnTo>
                  <a:lnTo>
                    <a:pt x="13592" y="580431"/>
                  </a:lnTo>
                  <a:lnTo>
                    <a:pt x="7709" y="592027"/>
                  </a:lnTo>
                  <a:lnTo>
                    <a:pt x="3454" y="604234"/>
                  </a:lnTo>
                  <a:lnTo>
                    <a:pt x="870" y="616883"/>
                  </a:lnTo>
                  <a:lnTo>
                    <a:pt x="0" y="629805"/>
                  </a:lnTo>
                  <a:lnTo>
                    <a:pt x="0" y="691905"/>
                  </a:lnTo>
                  <a:lnTo>
                    <a:pt x="566786" y="691905"/>
                  </a:lnTo>
                  <a:lnTo>
                    <a:pt x="566786" y="629805"/>
                  </a:lnTo>
                  <a:lnTo>
                    <a:pt x="565910" y="616883"/>
                  </a:lnTo>
                  <a:lnTo>
                    <a:pt x="563314" y="604234"/>
                  </a:lnTo>
                  <a:lnTo>
                    <a:pt x="559048" y="592027"/>
                  </a:lnTo>
                  <a:lnTo>
                    <a:pt x="553159" y="580431"/>
                  </a:lnTo>
                  <a:lnTo>
                    <a:pt x="363421" y="261021"/>
                  </a:lnTo>
                  <a:close/>
                </a:path>
              </a:pathLst>
            </a:custGeom>
            <a:ln w="33288">
              <a:solidFill>
                <a:srgbClr val="F397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6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1205" y="4341071"/>
              <a:ext cx="204384" cy="204341"/>
            </a:xfrm>
            <a:prstGeom prst="rect">
              <a:avLst/>
            </a:prstGeom>
          </p:spPr>
        </p:pic>
        <p:pic>
          <p:nvPicPr>
            <p:cNvPr id="27" name="object 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3101" y="4507741"/>
              <a:ext cx="133425" cy="133422"/>
            </a:xfrm>
            <a:prstGeom prst="rect">
              <a:avLst/>
            </a:prstGeom>
          </p:spPr>
        </p:pic>
        <p:sp>
          <p:nvSpPr>
            <p:cNvPr id="28" name="object 89"/>
            <p:cNvSpPr/>
            <p:nvPr/>
          </p:nvSpPr>
          <p:spPr>
            <a:xfrm>
              <a:off x="9561896" y="5165476"/>
              <a:ext cx="95885" cy="147320"/>
            </a:xfrm>
            <a:custGeom>
              <a:avLst/>
              <a:gdLst/>
              <a:ahLst/>
              <a:cxnLst/>
              <a:rect l="l" t="t" r="r" b="b"/>
              <a:pathLst>
                <a:path w="95884" h="147320">
                  <a:moveTo>
                    <a:pt x="95652" y="146856"/>
                  </a:moveTo>
                  <a:lnTo>
                    <a:pt x="0" y="0"/>
                  </a:lnTo>
                </a:path>
              </a:pathLst>
            </a:custGeom>
            <a:ln w="236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90"/>
            <p:cNvSpPr/>
            <p:nvPr/>
          </p:nvSpPr>
          <p:spPr>
            <a:xfrm>
              <a:off x="9663184" y="533974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73" y="0"/>
                  </a:moveTo>
                  <a:lnTo>
                    <a:pt x="7289" y="0"/>
                  </a:lnTo>
                  <a:lnTo>
                    <a:pt x="0" y="7288"/>
                  </a:lnTo>
                  <a:lnTo>
                    <a:pt x="0" y="25246"/>
                  </a:lnTo>
                  <a:lnTo>
                    <a:pt x="7289" y="32536"/>
                  </a:lnTo>
                  <a:lnTo>
                    <a:pt x="25273" y="32536"/>
                  </a:lnTo>
                  <a:lnTo>
                    <a:pt x="32537" y="25246"/>
                  </a:lnTo>
                  <a:lnTo>
                    <a:pt x="32537" y="728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un 2"/>
          <p:cNvSpPr/>
          <p:nvPr/>
        </p:nvSpPr>
        <p:spPr>
          <a:xfrm>
            <a:off x="5502233" y="1436915"/>
            <a:ext cx="1187533" cy="1330036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076678" cy="81252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71271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370"/>
              </a:spcBef>
            </a:pPr>
            <a:r>
              <a:rPr lang="en-AU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B</a:t>
            </a:r>
            <a:r>
              <a:rPr lang="id-ID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IDANG PAJAK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4803733" y="603150"/>
            <a:ext cx="2099310" cy="1778115"/>
            <a:chOff x="4958114" y="1477920"/>
            <a:chExt cx="2099310" cy="1778115"/>
          </a:xfrm>
        </p:grpSpPr>
        <p:sp>
          <p:nvSpPr>
            <p:cNvPr id="57" name="object 57"/>
            <p:cNvSpPr/>
            <p:nvPr/>
          </p:nvSpPr>
          <p:spPr>
            <a:xfrm>
              <a:off x="4958114" y="1477920"/>
              <a:ext cx="2099310" cy="1778115"/>
            </a:xfrm>
            <a:custGeom>
              <a:avLst/>
              <a:gdLst/>
              <a:ahLst/>
              <a:cxnLst/>
              <a:rect l="l" t="t" r="r" b="b"/>
              <a:pathLst>
                <a:path w="2099309" h="1809750">
                  <a:moveTo>
                    <a:pt x="1646453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1"/>
                  </a:lnTo>
                  <a:lnTo>
                    <a:pt x="1646453" y="1809291"/>
                  </a:lnTo>
                  <a:lnTo>
                    <a:pt x="2098776" y="904646"/>
                  </a:lnTo>
                  <a:lnTo>
                    <a:pt x="1646453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5721689" y="2052731"/>
              <a:ext cx="546100" cy="618285"/>
            </a:xfrm>
            <a:custGeom>
              <a:avLst/>
              <a:gdLst/>
              <a:ahLst/>
              <a:cxnLst/>
              <a:rect l="l" t="t" r="r" b="b"/>
              <a:pathLst>
                <a:path w="546100" h="629285">
                  <a:moveTo>
                    <a:pt x="287845" y="0"/>
                  </a:moveTo>
                  <a:lnTo>
                    <a:pt x="240671" y="3274"/>
                  </a:lnTo>
                  <a:lnTo>
                    <a:pt x="196891" y="13313"/>
                  </a:lnTo>
                  <a:lnTo>
                    <a:pt x="156777" y="29399"/>
                  </a:lnTo>
                  <a:lnTo>
                    <a:pt x="120595" y="50811"/>
                  </a:lnTo>
                  <a:lnTo>
                    <a:pt x="88614" y="76828"/>
                  </a:lnTo>
                  <a:lnTo>
                    <a:pt x="61104" y="106732"/>
                  </a:lnTo>
                  <a:lnTo>
                    <a:pt x="38332" y="139804"/>
                  </a:lnTo>
                  <a:lnTo>
                    <a:pt x="20567" y="175320"/>
                  </a:lnTo>
                  <a:lnTo>
                    <a:pt x="8077" y="212564"/>
                  </a:lnTo>
                  <a:lnTo>
                    <a:pt x="1132" y="250816"/>
                  </a:lnTo>
                  <a:lnTo>
                    <a:pt x="0" y="289355"/>
                  </a:lnTo>
                  <a:lnTo>
                    <a:pt x="4947" y="327461"/>
                  </a:lnTo>
                  <a:lnTo>
                    <a:pt x="16245" y="364416"/>
                  </a:lnTo>
                  <a:lnTo>
                    <a:pt x="34162" y="399498"/>
                  </a:lnTo>
                  <a:lnTo>
                    <a:pt x="58966" y="431989"/>
                  </a:lnTo>
                  <a:lnTo>
                    <a:pt x="109250" y="506672"/>
                  </a:lnTo>
                  <a:lnTo>
                    <a:pt x="126992" y="569464"/>
                  </a:lnTo>
                  <a:lnTo>
                    <a:pt x="126873" y="612733"/>
                  </a:lnTo>
                  <a:lnTo>
                    <a:pt x="123571" y="628853"/>
                  </a:lnTo>
                  <a:lnTo>
                    <a:pt x="416420" y="628853"/>
                  </a:lnTo>
                  <a:lnTo>
                    <a:pt x="405673" y="560155"/>
                  </a:lnTo>
                  <a:lnTo>
                    <a:pt x="416812" y="513445"/>
                  </a:lnTo>
                  <a:lnTo>
                    <a:pt x="437645" y="481935"/>
                  </a:lnTo>
                  <a:lnTo>
                    <a:pt x="489116" y="417523"/>
                  </a:lnTo>
                  <a:lnTo>
                    <a:pt x="514285" y="375419"/>
                  </a:lnTo>
                  <a:lnTo>
                    <a:pt x="531863" y="333060"/>
                  </a:lnTo>
                  <a:lnTo>
                    <a:pt x="542229" y="290981"/>
                  </a:lnTo>
                  <a:lnTo>
                    <a:pt x="545757" y="249720"/>
                  </a:lnTo>
                  <a:lnTo>
                    <a:pt x="542825" y="209812"/>
                  </a:lnTo>
                  <a:lnTo>
                    <a:pt x="533808" y="171794"/>
                  </a:lnTo>
                  <a:lnTo>
                    <a:pt x="519085" y="136201"/>
                  </a:lnTo>
                  <a:lnTo>
                    <a:pt x="499032" y="103571"/>
                  </a:lnTo>
                  <a:lnTo>
                    <a:pt x="474023" y="74435"/>
                  </a:lnTo>
                  <a:lnTo>
                    <a:pt x="444437" y="49336"/>
                  </a:lnTo>
                  <a:lnTo>
                    <a:pt x="410650" y="28807"/>
                  </a:lnTo>
                  <a:lnTo>
                    <a:pt x="373038" y="13383"/>
                  </a:lnTo>
                  <a:lnTo>
                    <a:pt x="331976" y="3602"/>
                  </a:lnTo>
                  <a:lnTo>
                    <a:pt x="287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814806" y="2165219"/>
              <a:ext cx="367030" cy="494129"/>
            </a:xfrm>
            <a:custGeom>
              <a:avLst/>
              <a:gdLst/>
              <a:ahLst/>
              <a:cxnLst/>
              <a:rect l="l" t="t" r="r" b="b"/>
              <a:pathLst>
                <a:path w="367029" h="502920">
                  <a:moveTo>
                    <a:pt x="189572" y="0"/>
                  </a:moveTo>
                  <a:lnTo>
                    <a:pt x="118159" y="13760"/>
                  </a:lnTo>
                  <a:lnTo>
                    <a:pt x="57745" y="55448"/>
                  </a:lnTo>
                  <a:lnTo>
                    <a:pt x="31045" y="90618"/>
                  </a:lnTo>
                  <a:lnTo>
                    <a:pt x="12537" y="131027"/>
                  </a:lnTo>
                  <a:lnTo>
                    <a:pt x="2197" y="174777"/>
                  </a:lnTo>
                  <a:lnTo>
                    <a:pt x="0" y="219966"/>
                  </a:lnTo>
                  <a:lnTo>
                    <a:pt x="5919" y="264694"/>
                  </a:lnTo>
                  <a:lnTo>
                    <a:pt x="19932" y="307064"/>
                  </a:lnTo>
                  <a:lnTo>
                    <a:pt x="42011" y="345173"/>
                  </a:lnTo>
                  <a:lnTo>
                    <a:pt x="77322" y="394451"/>
                  </a:lnTo>
                  <a:lnTo>
                    <a:pt x="94232" y="427266"/>
                  </a:lnTo>
                  <a:lnTo>
                    <a:pt x="97370" y="458365"/>
                  </a:lnTo>
                  <a:lnTo>
                    <a:pt x="91363" y="502500"/>
                  </a:lnTo>
                  <a:lnTo>
                    <a:pt x="247561" y="502500"/>
                  </a:lnTo>
                  <a:lnTo>
                    <a:pt x="243964" y="447113"/>
                  </a:lnTo>
                  <a:lnTo>
                    <a:pt x="258784" y="408946"/>
                  </a:lnTo>
                  <a:lnTo>
                    <a:pt x="280600" y="383599"/>
                  </a:lnTo>
                  <a:lnTo>
                    <a:pt x="297992" y="366674"/>
                  </a:lnTo>
                  <a:lnTo>
                    <a:pt x="298437" y="367182"/>
                  </a:lnTo>
                  <a:lnTo>
                    <a:pt x="320953" y="338971"/>
                  </a:lnTo>
                  <a:lnTo>
                    <a:pt x="355185" y="269765"/>
                  </a:lnTo>
                  <a:lnTo>
                    <a:pt x="364051" y="228787"/>
                  </a:lnTo>
                  <a:lnTo>
                    <a:pt x="366566" y="186941"/>
                  </a:lnTo>
                  <a:lnTo>
                    <a:pt x="362319" y="145338"/>
                  </a:lnTo>
                  <a:lnTo>
                    <a:pt x="333018" y="75959"/>
                  </a:lnTo>
                  <a:lnTo>
                    <a:pt x="278447" y="24993"/>
                  </a:lnTo>
                  <a:lnTo>
                    <a:pt x="235510" y="6977"/>
                  </a:lnTo>
                  <a:lnTo>
                    <a:pt x="212765" y="2085"/>
                  </a:lnTo>
                  <a:lnTo>
                    <a:pt x="189572" y="0"/>
                  </a:lnTo>
                  <a:close/>
                </a:path>
              </a:pathLst>
            </a:custGeom>
            <a:solidFill>
              <a:srgbClr val="F18532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724069" y="2052731"/>
              <a:ext cx="541020" cy="618285"/>
            </a:xfrm>
            <a:custGeom>
              <a:avLst/>
              <a:gdLst/>
              <a:ahLst/>
              <a:cxnLst/>
              <a:rect l="l" t="t" r="r" b="b"/>
              <a:pathLst>
                <a:path w="541020" h="629285">
                  <a:moveTo>
                    <a:pt x="292392" y="0"/>
                  </a:moveTo>
                  <a:lnTo>
                    <a:pt x="240764" y="3577"/>
                  </a:lnTo>
                  <a:lnTo>
                    <a:pt x="193758" y="13837"/>
                  </a:lnTo>
                  <a:lnTo>
                    <a:pt x="151508" y="30068"/>
                  </a:lnTo>
                  <a:lnTo>
                    <a:pt x="114144" y="51560"/>
                  </a:lnTo>
                  <a:lnTo>
                    <a:pt x="81801" y="77603"/>
                  </a:lnTo>
                  <a:lnTo>
                    <a:pt x="54608" y="107485"/>
                  </a:lnTo>
                  <a:lnTo>
                    <a:pt x="32700" y="140497"/>
                  </a:lnTo>
                  <a:lnTo>
                    <a:pt x="16208" y="175928"/>
                  </a:lnTo>
                  <a:lnTo>
                    <a:pt x="5263" y="213067"/>
                  </a:lnTo>
                  <a:lnTo>
                    <a:pt x="0" y="251205"/>
                  </a:lnTo>
                  <a:lnTo>
                    <a:pt x="548" y="289629"/>
                  </a:lnTo>
                  <a:lnTo>
                    <a:pt x="7042" y="327631"/>
                  </a:lnTo>
                  <a:lnTo>
                    <a:pt x="19612" y="364499"/>
                  </a:lnTo>
                  <a:lnTo>
                    <a:pt x="38392" y="399523"/>
                  </a:lnTo>
                  <a:lnTo>
                    <a:pt x="63513" y="431993"/>
                  </a:lnTo>
                  <a:lnTo>
                    <a:pt x="113800" y="506673"/>
                  </a:lnTo>
                  <a:lnTo>
                    <a:pt x="131544" y="569463"/>
                  </a:lnTo>
                  <a:lnTo>
                    <a:pt x="131425" y="612733"/>
                  </a:lnTo>
                  <a:lnTo>
                    <a:pt x="128123" y="628852"/>
                  </a:lnTo>
                  <a:lnTo>
                    <a:pt x="420968" y="628852"/>
                  </a:lnTo>
                  <a:lnTo>
                    <a:pt x="410222" y="560155"/>
                  </a:lnTo>
                  <a:lnTo>
                    <a:pt x="421363" y="513447"/>
                  </a:lnTo>
                  <a:lnTo>
                    <a:pt x="442198" y="481940"/>
                  </a:lnTo>
                  <a:lnTo>
                    <a:pt x="460534" y="458843"/>
                  </a:lnTo>
                  <a:lnTo>
                    <a:pt x="493129" y="417507"/>
                  </a:lnTo>
                  <a:lnTo>
                    <a:pt x="516832" y="375346"/>
                  </a:lnTo>
                  <a:lnTo>
                    <a:pt x="532251" y="332902"/>
                  </a:lnTo>
                  <a:lnTo>
                    <a:pt x="539994" y="290722"/>
                  </a:lnTo>
                  <a:lnTo>
                    <a:pt x="540669" y="249350"/>
                  </a:lnTo>
                  <a:lnTo>
                    <a:pt x="534884" y="209331"/>
                  </a:lnTo>
                  <a:lnTo>
                    <a:pt x="523246" y="171211"/>
                  </a:lnTo>
                  <a:lnTo>
                    <a:pt x="506364" y="135534"/>
                  </a:lnTo>
                  <a:lnTo>
                    <a:pt x="484844" y="102846"/>
                  </a:lnTo>
                  <a:lnTo>
                    <a:pt x="459296" y="73692"/>
                  </a:lnTo>
                  <a:lnTo>
                    <a:pt x="430326" y="48616"/>
                  </a:lnTo>
                  <a:lnTo>
                    <a:pt x="364555" y="12880"/>
                  </a:lnTo>
                  <a:lnTo>
                    <a:pt x="328968" y="3311"/>
                  </a:lnTo>
                  <a:lnTo>
                    <a:pt x="292392" y="0"/>
                  </a:lnTo>
                  <a:close/>
                </a:path>
              </a:pathLst>
            </a:custGeom>
            <a:ln w="19050"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8036" y="2337752"/>
              <a:ext cx="272285" cy="343965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  <p:sp>
          <p:nvSpPr>
            <p:cNvPr id="62" name="object 62"/>
            <p:cNvSpPr/>
            <p:nvPr/>
          </p:nvSpPr>
          <p:spPr>
            <a:xfrm>
              <a:off x="5800151" y="2674423"/>
              <a:ext cx="387985" cy="68005"/>
            </a:xfrm>
            <a:custGeom>
              <a:avLst/>
              <a:gdLst/>
              <a:ahLst/>
              <a:cxnLst/>
              <a:rect l="l" t="t" r="r" b="b"/>
              <a:pathLst>
                <a:path w="387985" h="69214">
                  <a:moveTo>
                    <a:pt x="361364" y="0"/>
                  </a:moveTo>
                  <a:lnTo>
                    <a:pt x="26465" y="0"/>
                  </a:lnTo>
                  <a:lnTo>
                    <a:pt x="16201" y="2092"/>
                  </a:lnTo>
                  <a:lnTo>
                    <a:pt x="7785" y="7793"/>
                  </a:lnTo>
                  <a:lnTo>
                    <a:pt x="2091" y="16234"/>
                  </a:lnTo>
                  <a:lnTo>
                    <a:pt x="0" y="26543"/>
                  </a:lnTo>
                  <a:lnTo>
                    <a:pt x="0" y="42086"/>
                  </a:lnTo>
                  <a:lnTo>
                    <a:pt x="2091" y="52396"/>
                  </a:lnTo>
                  <a:lnTo>
                    <a:pt x="7785" y="60836"/>
                  </a:lnTo>
                  <a:lnTo>
                    <a:pt x="16201" y="66537"/>
                  </a:lnTo>
                  <a:lnTo>
                    <a:pt x="26465" y="68630"/>
                  </a:lnTo>
                  <a:lnTo>
                    <a:pt x="361364" y="68630"/>
                  </a:lnTo>
                  <a:lnTo>
                    <a:pt x="371671" y="66537"/>
                  </a:lnTo>
                  <a:lnTo>
                    <a:pt x="380107" y="60836"/>
                  </a:lnTo>
                  <a:lnTo>
                    <a:pt x="385803" y="52396"/>
                  </a:lnTo>
                  <a:lnTo>
                    <a:pt x="387896" y="42086"/>
                  </a:lnTo>
                  <a:lnTo>
                    <a:pt x="387896" y="26543"/>
                  </a:lnTo>
                  <a:lnTo>
                    <a:pt x="385803" y="16234"/>
                  </a:lnTo>
                  <a:lnTo>
                    <a:pt x="380107" y="7793"/>
                  </a:lnTo>
                  <a:lnTo>
                    <a:pt x="371671" y="2092"/>
                  </a:lnTo>
                  <a:lnTo>
                    <a:pt x="361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800147" y="2674429"/>
              <a:ext cx="387985" cy="68005"/>
            </a:xfrm>
            <a:custGeom>
              <a:avLst/>
              <a:gdLst/>
              <a:ahLst/>
              <a:cxnLst/>
              <a:rect l="l" t="t" r="r" b="b"/>
              <a:pathLst>
                <a:path w="387985" h="69214">
                  <a:moveTo>
                    <a:pt x="361366" y="68627"/>
                  </a:moveTo>
                  <a:lnTo>
                    <a:pt x="26473" y="68627"/>
                  </a:lnTo>
                  <a:lnTo>
                    <a:pt x="16203" y="66534"/>
                  </a:lnTo>
                  <a:lnTo>
                    <a:pt x="7784" y="60834"/>
                  </a:lnTo>
                  <a:lnTo>
                    <a:pt x="2091" y="52396"/>
                  </a:lnTo>
                  <a:lnTo>
                    <a:pt x="0" y="42090"/>
                  </a:lnTo>
                  <a:lnTo>
                    <a:pt x="0" y="26536"/>
                  </a:lnTo>
                  <a:lnTo>
                    <a:pt x="2091" y="16230"/>
                  </a:lnTo>
                  <a:lnTo>
                    <a:pt x="7784" y="7792"/>
                  </a:lnTo>
                  <a:lnTo>
                    <a:pt x="16203" y="2092"/>
                  </a:lnTo>
                  <a:lnTo>
                    <a:pt x="26473" y="0"/>
                  </a:lnTo>
                  <a:lnTo>
                    <a:pt x="361366" y="0"/>
                  </a:lnTo>
                  <a:lnTo>
                    <a:pt x="371672" y="2092"/>
                  </a:lnTo>
                  <a:lnTo>
                    <a:pt x="380110" y="7792"/>
                  </a:lnTo>
                  <a:lnTo>
                    <a:pt x="385810" y="16230"/>
                  </a:lnTo>
                  <a:lnTo>
                    <a:pt x="387903" y="26536"/>
                  </a:lnTo>
                  <a:lnTo>
                    <a:pt x="387903" y="42090"/>
                  </a:lnTo>
                  <a:lnTo>
                    <a:pt x="385810" y="52396"/>
                  </a:lnTo>
                  <a:lnTo>
                    <a:pt x="380110" y="60834"/>
                  </a:lnTo>
                  <a:lnTo>
                    <a:pt x="371672" y="66534"/>
                  </a:lnTo>
                  <a:lnTo>
                    <a:pt x="361366" y="68627"/>
                  </a:lnTo>
                  <a:close/>
                </a:path>
              </a:pathLst>
            </a:custGeom>
            <a:ln w="19050"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834314" y="2770665"/>
              <a:ext cx="324485" cy="67381"/>
            </a:xfrm>
            <a:custGeom>
              <a:avLst/>
              <a:gdLst/>
              <a:ahLst/>
              <a:cxnLst/>
              <a:rect l="l" t="t" r="r" b="b"/>
              <a:pathLst>
                <a:path w="324485" h="68579">
                  <a:moveTo>
                    <a:pt x="301828" y="0"/>
                  </a:moveTo>
                  <a:lnTo>
                    <a:pt x="22109" y="0"/>
                  </a:lnTo>
                  <a:lnTo>
                    <a:pt x="13528" y="2090"/>
                  </a:lnTo>
                  <a:lnTo>
                    <a:pt x="6497" y="7787"/>
                  </a:lnTo>
                  <a:lnTo>
                    <a:pt x="1744" y="16222"/>
                  </a:lnTo>
                  <a:lnTo>
                    <a:pt x="0" y="26530"/>
                  </a:lnTo>
                  <a:lnTo>
                    <a:pt x="0" y="42024"/>
                  </a:lnTo>
                  <a:lnTo>
                    <a:pt x="1744" y="52331"/>
                  </a:lnTo>
                  <a:lnTo>
                    <a:pt x="6497" y="60765"/>
                  </a:lnTo>
                  <a:lnTo>
                    <a:pt x="13528" y="66462"/>
                  </a:lnTo>
                  <a:lnTo>
                    <a:pt x="22109" y="68554"/>
                  </a:lnTo>
                  <a:lnTo>
                    <a:pt x="301828" y="68554"/>
                  </a:lnTo>
                  <a:lnTo>
                    <a:pt x="310433" y="66462"/>
                  </a:lnTo>
                  <a:lnTo>
                    <a:pt x="317479" y="60765"/>
                  </a:lnTo>
                  <a:lnTo>
                    <a:pt x="322240" y="52331"/>
                  </a:lnTo>
                  <a:lnTo>
                    <a:pt x="323988" y="42024"/>
                  </a:lnTo>
                  <a:lnTo>
                    <a:pt x="323988" y="26530"/>
                  </a:lnTo>
                  <a:lnTo>
                    <a:pt x="322240" y="16222"/>
                  </a:lnTo>
                  <a:lnTo>
                    <a:pt x="317479" y="7787"/>
                  </a:lnTo>
                  <a:lnTo>
                    <a:pt x="310433" y="2090"/>
                  </a:lnTo>
                  <a:lnTo>
                    <a:pt x="301828" y="0"/>
                  </a:lnTo>
                  <a:close/>
                </a:path>
              </a:pathLst>
            </a:custGeom>
            <a:solidFill>
              <a:srgbClr val="48464F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834308" y="2770660"/>
              <a:ext cx="324485" cy="67381"/>
            </a:xfrm>
            <a:custGeom>
              <a:avLst/>
              <a:gdLst/>
              <a:ahLst/>
              <a:cxnLst/>
              <a:rect l="l" t="t" r="r" b="b"/>
              <a:pathLst>
                <a:path w="324485" h="68579">
                  <a:moveTo>
                    <a:pt x="301835" y="68565"/>
                  </a:moveTo>
                  <a:lnTo>
                    <a:pt x="22112" y="68565"/>
                  </a:lnTo>
                  <a:lnTo>
                    <a:pt x="13534" y="66471"/>
                  </a:lnTo>
                  <a:lnTo>
                    <a:pt x="6502" y="60771"/>
                  </a:lnTo>
                  <a:lnTo>
                    <a:pt x="1747" y="52333"/>
                  </a:lnTo>
                  <a:lnTo>
                    <a:pt x="0" y="42027"/>
                  </a:lnTo>
                  <a:lnTo>
                    <a:pt x="0" y="26536"/>
                  </a:lnTo>
                  <a:lnTo>
                    <a:pt x="1747" y="16230"/>
                  </a:lnTo>
                  <a:lnTo>
                    <a:pt x="6502" y="7792"/>
                  </a:lnTo>
                  <a:lnTo>
                    <a:pt x="13534" y="2092"/>
                  </a:lnTo>
                  <a:lnTo>
                    <a:pt x="22112" y="0"/>
                  </a:lnTo>
                  <a:lnTo>
                    <a:pt x="301835" y="0"/>
                  </a:lnTo>
                  <a:lnTo>
                    <a:pt x="310443" y="2092"/>
                  </a:lnTo>
                  <a:lnTo>
                    <a:pt x="317491" y="7792"/>
                  </a:lnTo>
                  <a:lnTo>
                    <a:pt x="322252" y="16230"/>
                  </a:lnTo>
                  <a:lnTo>
                    <a:pt x="324000" y="26536"/>
                  </a:lnTo>
                  <a:lnTo>
                    <a:pt x="324000" y="42027"/>
                  </a:lnTo>
                  <a:lnTo>
                    <a:pt x="322252" y="52333"/>
                  </a:lnTo>
                  <a:lnTo>
                    <a:pt x="317491" y="60771"/>
                  </a:lnTo>
                  <a:lnTo>
                    <a:pt x="310443" y="66471"/>
                  </a:lnTo>
                  <a:lnTo>
                    <a:pt x="301835" y="68565"/>
                  </a:lnTo>
                  <a:close/>
                </a:path>
              </a:pathLst>
            </a:custGeom>
            <a:ln w="19050"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976808" y="1784111"/>
              <a:ext cx="36195" cy="204638"/>
            </a:xfrm>
            <a:custGeom>
              <a:avLst/>
              <a:gdLst/>
              <a:ahLst/>
              <a:cxnLst/>
              <a:rect l="l" t="t" r="r" b="b"/>
              <a:pathLst>
                <a:path w="36195" h="208280">
                  <a:moveTo>
                    <a:pt x="17122" y="0"/>
                  </a:moveTo>
                  <a:lnTo>
                    <a:pt x="5304" y="4818"/>
                  </a:lnTo>
                  <a:lnTo>
                    <a:pt x="0" y="17606"/>
                  </a:lnTo>
                  <a:lnTo>
                    <a:pt x="1181" y="192077"/>
                  </a:lnTo>
                  <a:lnTo>
                    <a:pt x="6678" y="204292"/>
                  </a:lnTo>
                  <a:lnTo>
                    <a:pt x="18561" y="207808"/>
                  </a:lnTo>
                  <a:lnTo>
                    <a:pt x="30365" y="202991"/>
                  </a:lnTo>
                  <a:lnTo>
                    <a:pt x="35636" y="190210"/>
                  </a:lnTo>
                  <a:lnTo>
                    <a:pt x="34455" y="15739"/>
                  </a:lnTo>
                  <a:lnTo>
                    <a:pt x="28991" y="3516"/>
                  </a:lnTo>
                  <a:lnTo>
                    <a:pt x="17122" y="0"/>
                  </a:lnTo>
                  <a:close/>
                </a:path>
              </a:pathLst>
            </a:custGeom>
            <a:solidFill>
              <a:srgbClr val="383E4D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8518" y="2209016"/>
              <a:ext cx="213006" cy="854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3476" y="2209016"/>
              <a:ext cx="213012" cy="854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5644" y="1924133"/>
              <a:ext cx="142879" cy="14811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6482" y="1924132"/>
              <a:ext cx="142879" cy="148110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9351" y="2856858"/>
              <a:ext cx="240977" cy="8608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</p:pic>
      </p:grpSp>
      <p:grpSp>
        <p:nvGrpSpPr>
          <p:cNvPr id="98" name="object 98"/>
          <p:cNvGrpSpPr/>
          <p:nvPr/>
        </p:nvGrpSpPr>
        <p:grpSpPr>
          <a:xfrm>
            <a:off x="0" y="2"/>
            <a:ext cx="777875" cy="130810"/>
            <a:chOff x="0" y="2"/>
            <a:chExt cx="777875" cy="130810"/>
          </a:xfrm>
        </p:grpSpPr>
        <p:sp>
          <p:nvSpPr>
            <p:cNvPr id="99" name="object 99"/>
            <p:cNvSpPr/>
            <p:nvPr/>
          </p:nvSpPr>
          <p:spPr>
            <a:xfrm>
              <a:off x="152400" y="2"/>
              <a:ext cx="625475" cy="130810"/>
            </a:xfrm>
            <a:custGeom>
              <a:avLst/>
              <a:gdLst/>
              <a:ahLst/>
              <a:cxnLst/>
              <a:rect l="l" t="t" r="r" b="b"/>
              <a:pathLst>
                <a:path w="625475" h="130810">
                  <a:moveTo>
                    <a:pt x="625433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625433" y="130628"/>
                  </a:lnTo>
                  <a:lnTo>
                    <a:pt x="625433" y="0"/>
                  </a:lnTo>
                  <a:close/>
                </a:path>
              </a:pathLst>
            </a:custGeom>
            <a:solidFill>
              <a:srgbClr val="FFBD4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2"/>
              <a:ext cx="152400" cy="130810"/>
            </a:xfrm>
            <a:custGeom>
              <a:avLst/>
              <a:gdLst/>
              <a:ahLst/>
              <a:cxnLst/>
              <a:rect l="l" t="t" r="r" b="b"/>
              <a:pathLst>
                <a:path w="152400" h="130810">
                  <a:moveTo>
                    <a:pt x="152400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152400" y="13062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11" name="object 4"/>
          <p:cNvSpPr txBox="1"/>
          <p:nvPr/>
        </p:nvSpPr>
        <p:spPr>
          <a:xfrm>
            <a:off x="3907404" y="2955546"/>
            <a:ext cx="3680928" cy="282128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defTabSz="914400">
              <a:spcBef>
                <a:spcPts val="100"/>
              </a:spcBef>
              <a:buFont typeface="+mj-lt"/>
              <a:buAutoNum type="arabicPeriod"/>
              <a:defRPr/>
            </a:pPr>
            <a:r>
              <a:rPr sz="2000" b="1" spc="20" dirty="0" smtClean="0">
                <a:solidFill>
                  <a:srgbClr val="262626"/>
                </a:solidFill>
                <a:latin typeface="+mj-lt"/>
                <a:cs typeface="Trebuchet MS"/>
              </a:rPr>
              <a:t>MENGKOORDINASIKAN DENGAN DITLANTAS POLDA JATENG TERKAIT KBM PLAT MERAH YANG BPKB HILANG </a:t>
            </a:r>
            <a:r>
              <a:rPr lang="x-none" sz="2000" b="1" spc="20" dirty="0" smtClean="0">
                <a:solidFill>
                  <a:srgbClr val="262626"/>
                </a:solidFill>
                <a:latin typeface="+mj-lt"/>
                <a:cs typeface="Trebuchet MS"/>
              </a:rPr>
              <a:t>(SMG-2)</a:t>
            </a:r>
          </a:p>
          <a:p>
            <a:pPr marL="469900" marR="5080" indent="-457200" defTabSz="914400">
              <a:spcBef>
                <a:spcPts val="100"/>
              </a:spcBef>
              <a:buFont typeface="+mj-lt"/>
              <a:buAutoNum type="arabicPeriod"/>
              <a:defRPr/>
            </a:pPr>
            <a:r>
              <a:rPr lang="en-US" sz="2000" b="1" dirty="0" smtClean="0"/>
              <a:t>TARGET</a:t>
            </a:r>
            <a:r>
              <a:rPr lang="id-ID" sz="2000" b="1" dirty="0" smtClean="0"/>
              <a:t> </a:t>
            </a:r>
            <a:r>
              <a:rPr lang="id-ID" sz="2000" b="1" dirty="0"/>
              <a:t>PKB</a:t>
            </a:r>
            <a:r>
              <a:rPr lang="en-US" sz="2000" b="1" dirty="0"/>
              <a:t> TERLALU TINGGI</a:t>
            </a:r>
            <a:r>
              <a:rPr lang="id-ID" sz="2000" b="1" dirty="0"/>
              <a:t> </a:t>
            </a:r>
            <a:r>
              <a:rPr lang="id-ID" sz="2000" b="1" dirty="0" smtClean="0"/>
              <a:t>(</a:t>
            </a:r>
            <a:r>
              <a:rPr lang="id-ID" sz="2000" b="1" dirty="0"/>
              <a:t>DEMAK)</a:t>
            </a:r>
            <a:endParaRPr lang="x-none" sz="2000" b="1" spc="20" dirty="0">
              <a:solidFill>
                <a:srgbClr val="262626"/>
              </a:solidFill>
              <a:cs typeface="Trebuchet MS"/>
            </a:endParaRPr>
          </a:p>
          <a:p>
            <a:pPr marL="12700" marR="5080" defTabSz="914400">
              <a:spcBef>
                <a:spcPts val="100"/>
              </a:spcBef>
              <a:defRPr/>
            </a:pPr>
            <a:endParaRPr lang="x-none" sz="2000" b="1" spc="20" dirty="0" smtClean="0">
              <a:solidFill>
                <a:srgbClr val="262626"/>
              </a:solidFill>
              <a:latin typeface="+mj-lt"/>
              <a:cs typeface="Trebuchet MS"/>
            </a:endParaRPr>
          </a:p>
          <a:p>
            <a:pPr marL="469900" marR="5080" indent="-457200" defTabSz="914400">
              <a:spcBef>
                <a:spcPts val="100"/>
              </a:spcBef>
              <a:buFont typeface="+mj-lt"/>
              <a:buAutoNum type="arabicPeriod"/>
              <a:defRPr/>
            </a:pPr>
            <a:endParaRPr sz="2000" b="1" dirty="0">
              <a:solidFill>
                <a:prstClr val="black"/>
              </a:solidFill>
              <a:latin typeface="+mj-lt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8072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0"/>
            <a:ext cx="5699051" cy="81252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0" tIns="271271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370"/>
              </a:spcBef>
            </a:pPr>
            <a:r>
              <a:rPr lang="en-AU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B</a:t>
            </a:r>
            <a:r>
              <a:rPr lang="id-ID" sz="3500" spc="155" dirty="0" smtClean="0">
                <a:solidFill>
                  <a:schemeClr val="bg1"/>
                </a:solidFill>
                <a:latin typeface="Trebuchet MS"/>
                <a:cs typeface="Trebuchet MS"/>
              </a:rPr>
              <a:t>IDANG LAHTABANG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2"/>
            <a:ext cx="777875" cy="130810"/>
            <a:chOff x="0" y="2"/>
            <a:chExt cx="777875" cy="130810"/>
          </a:xfrm>
        </p:grpSpPr>
        <p:sp>
          <p:nvSpPr>
            <p:cNvPr id="99" name="object 99"/>
            <p:cNvSpPr/>
            <p:nvPr/>
          </p:nvSpPr>
          <p:spPr>
            <a:xfrm>
              <a:off x="152400" y="2"/>
              <a:ext cx="625475" cy="130810"/>
            </a:xfrm>
            <a:custGeom>
              <a:avLst/>
              <a:gdLst/>
              <a:ahLst/>
              <a:cxnLst/>
              <a:rect l="l" t="t" r="r" b="b"/>
              <a:pathLst>
                <a:path w="625475" h="130810">
                  <a:moveTo>
                    <a:pt x="625433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625433" y="130628"/>
                  </a:lnTo>
                  <a:lnTo>
                    <a:pt x="625433" y="0"/>
                  </a:lnTo>
                  <a:close/>
                </a:path>
              </a:pathLst>
            </a:custGeom>
            <a:solidFill>
              <a:srgbClr val="FFBD4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2"/>
              <a:ext cx="152400" cy="130810"/>
            </a:xfrm>
            <a:custGeom>
              <a:avLst/>
              <a:gdLst/>
              <a:ahLst/>
              <a:cxnLst/>
              <a:rect l="l" t="t" r="r" b="b"/>
              <a:pathLst>
                <a:path w="152400" h="130810">
                  <a:moveTo>
                    <a:pt x="152400" y="0"/>
                  </a:moveTo>
                  <a:lnTo>
                    <a:pt x="0" y="0"/>
                  </a:lnTo>
                  <a:lnTo>
                    <a:pt x="0" y="130628"/>
                  </a:lnTo>
                  <a:lnTo>
                    <a:pt x="152400" y="13062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11" name="object 4"/>
          <p:cNvSpPr txBox="1"/>
          <p:nvPr/>
        </p:nvSpPr>
        <p:spPr>
          <a:xfrm>
            <a:off x="6675931" y="3233222"/>
            <a:ext cx="4322480" cy="155170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dirty="0" smtClean="0">
                <a:latin typeface="+mj-lt"/>
                <a:cs typeface="Trebuchet MS"/>
              </a:rPr>
              <a:t>Sering </a:t>
            </a:r>
            <a:r>
              <a:rPr lang="id-ID" sz="2000" b="1" dirty="0">
                <a:latin typeface="+mj-lt"/>
                <a:cs typeface="Trebuchet MS"/>
              </a:rPr>
              <a:t>terjadi kendala jaringan sehingga  pelayanan pembayaran PKB membutuhkan waktu yang lebih lama dan rentang terjadi pengaduan wajib </a:t>
            </a:r>
            <a:r>
              <a:rPr lang="id-ID" sz="2000" b="1" dirty="0" smtClean="0">
                <a:latin typeface="+mj-lt"/>
                <a:cs typeface="Trebuchet MS"/>
              </a:rPr>
              <a:t>pajak (SMG-3)</a:t>
            </a:r>
          </a:p>
        </p:txBody>
      </p:sp>
      <p:sp>
        <p:nvSpPr>
          <p:cNvPr id="112" name="object 4"/>
          <p:cNvSpPr txBox="1"/>
          <p:nvPr/>
        </p:nvSpPr>
        <p:spPr>
          <a:xfrm>
            <a:off x="1605030" y="3277192"/>
            <a:ext cx="4381995" cy="309059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0" tIns="12700" rIns="0" bIns="0" rtlCol="0">
            <a:spAutoFit/>
          </a:bodyPr>
          <a:lstStyle/>
          <a:p>
            <a:pPr marL="4381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APLIKASI MASIH BELUM ADA KESESUAIAN ANTARA SISTEM CASHLESS DENGAN SISTEM SJO (SAMSAT JATENG ONLINE).</a:t>
            </a:r>
            <a:r>
              <a:rPr lang="id-ID" sz="2000" b="1" dirty="0"/>
              <a:t> </a:t>
            </a:r>
            <a:r>
              <a:rPr lang="en-US" sz="2000" b="1" dirty="0" smtClean="0"/>
              <a:t>DATA </a:t>
            </a:r>
            <a:r>
              <a:rPr lang="en-US" sz="2000" b="1" dirty="0"/>
              <a:t>JURNAL DENGAN REKAP OBJEK POTENSI DARI APLIKASI SUPERVISI TIDAK SESUAI.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PENERIMAAN SAKPOLE RENDAH DIKARENAKAN PROSEDUR AGAK </a:t>
            </a:r>
            <a:r>
              <a:rPr lang="en-US" sz="2000" b="1" dirty="0" smtClean="0"/>
              <a:t>RUMIT</a:t>
            </a:r>
            <a:r>
              <a:rPr lang="id-ID" sz="2000" b="1" dirty="0"/>
              <a:t> </a:t>
            </a:r>
            <a:r>
              <a:rPr lang="id-ID" sz="2000" b="1" dirty="0" smtClean="0"/>
              <a:t>(DEMAK)</a:t>
            </a:r>
            <a:endParaRPr lang="en-US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5213131" y="1152754"/>
            <a:ext cx="2099310" cy="1778115"/>
            <a:chOff x="6691056" y="2396763"/>
            <a:chExt cx="2099310" cy="1778115"/>
          </a:xfrm>
          <a:solidFill>
            <a:srgbClr val="00B0F0"/>
          </a:solidFill>
        </p:grpSpPr>
        <p:sp>
          <p:nvSpPr>
            <p:cNvPr id="51" name="object 72"/>
            <p:cNvSpPr/>
            <p:nvPr/>
          </p:nvSpPr>
          <p:spPr>
            <a:xfrm>
              <a:off x="6691056" y="2396763"/>
              <a:ext cx="2099310" cy="1778115"/>
            </a:xfrm>
            <a:custGeom>
              <a:avLst/>
              <a:gdLst/>
              <a:ahLst/>
              <a:cxnLst/>
              <a:rect l="l" t="t" r="r" b="b"/>
              <a:pathLst>
                <a:path w="2099309" h="1809750">
                  <a:moveTo>
                    <a:pt x="1646453" y="0"/>
                  </a:moveTo>
                  <a:lnTo>
                    <a:pt x="452323" y="0"/>
                  </a:lnTo>
                  <a:lnTo>
                    <a:pt x="0" y="904646"/>
                  </a:lnTo>
                  <a:lnTo>
                    <a:pt x="452323" y="1809291"/>
                  </a:lnTo>
                  <a:lnTo>
                    <a:pt x="1646453" y="1809291"/>
                  </a:lnTo>
                  <a:lnTo>
                    <a:pt x="2098776" y="904646"/>
                  </a:lnTo>
                  <a:lnTo>
                    <a:pt x="1646453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lIns="0" tIns="0" rIns="0" bIns="0" rtlCol="0"/>
            <a:lstStyle/>
            <a:p>
              <a:pPr defTabSz="914400">
                <a:defRPr/>
              </a:pPr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49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14" y="2673138"/>
              <a:ext cx="1156190" cy="111308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pic>
      </p:grpSp>
      <p:sp>
        <p:nvSpPr>
          <p:cNvPr id="13" name="object 4"/>
          <p:cNvSpPr txBox="1"/>
          <p:nvPr/>
        </p:nvSpPr>
        <p:spPr>
          <a:xfrm>
            <a:off x="6638326" y="5012541"/>
            <a:ext cx="4322480" cy="94897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dirty="0" smtClean="0">
                <a:latin typeface="+mj-lt"/>
                <a:cs typeface="Trebuchet MS"/>
              </a:rPr>
              <a:t>PENYEMPURNAAN APLIKASI KONVERGEN</a:t>
            </a:r>
          </a:p>
          <a:p>
            <a:pPr marL="12700" marR="5080" algn="ctr" defTabSz="914400">
              <a:spcBef>
                <a:spcPts val="100"/>
              </a:spcBef>
              <a:defRPr/>
            </a:pPr>
            <a:r>
              <a:rPr lang="id-ID" sz="2000" b="1" dirty="0" smtClean="0">
                <a:latin typeface="+mj-lt"/>
                <a:cs typeface="Trebuchet MS"/>
              </a:rPr>
              <a:t>(KAB. SEMARANG)</a:t>
            </a:r>
          </a:p>
        </p:txBody>
      </p:sp>
    </p:spTree>
    <p:extLst>
      <p:ext uri="{BB962C8B-B14F-4D97-AF65-F5344CB8AC3E}">
        <p14:creationId xmlns:p14="http://schemas.microsoft.com/office/powerpoint/2010/main" val="405959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6000">
              <a:schemeClr val="accent5">
                <a:lumMod val="75000"/>
              </a:schemeClr>
            </a:gs>
            <a:gs pos="0">
              <a:srgbClr val="0070C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1381">
            <a:off x="2695699" y="1116281"/>
            <a:ext cx="5771407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4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369</TotalTime>
  <Words>179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Segoe UI Semibold</vt:lpstr>
      <vt:lpstr>Trebuchet MS</vt:lpstr>
      <vt:lpstr>Verdana</vt:lpstr>
      <vt:lpstr>Berlin</vt:lpstr>
      <vt:lpstr>Office Theme</vt:lpstr>
      <vt:lpstr>USULAN UPPD  SE-KOORDINATOR SEMARANG</vt:lpstr>
      <vt:lpstr>SEKRETARIAT</vt:lpstr>
      <vt:lpstr>BIDANG VALBIN</vt:lpstr>
      <vt:lpstr>BIDANG RETRIBUSI</vt:lpstr>
      <vt:lpstr>BIDANG PAJAK</vt:lpstr>
      <vt:lpstr>BIDANG LAHTABANG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USULAN UPPD  SE-KOORDINATOR SEMARANG</dc:title>
  <dc:creator>up3ad smg2</dc:creator>
  <cp:lastModifiedBy>up3ad smg2</cp:lastModifiedBy>
  <cp:revision>28</cp:revision>
  <cp:lastPrinted>2022-09-15T09:38:11Z</cp:lastPrinted>
  <dcterms:created xsi:type="dcterms:W3CDTF">2022-03-06T23:54:33Z</dcterms:created>
  <dcterms:modified xsi:type="dcterms:W3CDTF">2022-09-15T09:40:33Z</dcterms:modified>
</cp:coreProperties>
</file>