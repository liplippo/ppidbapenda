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7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1" r:id="rId26"/>
    <p:sldId id="280" r:id="rId27"/>
    <p:sldId id="282" r:id="rId28"/>
    <p:sldId id="283" r:id="rId29"/>
    <p:sldId id="284" r:id="rId30"/>
    <p:sldId id="285" r:id="rId31"/>
    <p:sldId id="286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6" autoAdjust="0"/>
    <p:restoredTop sz="94660"/>
  </p:normalViewPr>
  <p:slideViewPr>
    <p:cSldViewPr snapToGrid="0">
      <p:cViewPr>
        <p:scale>
          <a:sx n="66" d="100"/>
          <a:sy n="66" d="100"/>
        </p:scale>
        <p:origin x="-36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697D-9AD0-4516-A22D-EB7C133DEB0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20970-4A72-496C-92DD-D1CEFA952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34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697D-9AD0-4516-A22D-EB7C133DEB0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20970-4A72-496C-92DD-D1CEFA952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14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697D-9AD0-4516-A22D-EB7C133DEB0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20970-4A72-496C-92DD-D1CEFA952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11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697D-9AD0-4516-A22D-EB7C133DEB0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20970-4A72-496C-92DD-D1CEFA952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22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697D-9AD0-4516-A22D-EB7C133DEB0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20970-4A72-496C-92DD-D1CEFA952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06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697D-9AD0-4516-A22D-EB7C133DEB0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20970-4A72-496C-92DD-D1CEFA952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12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697D-9AD0-4516-A22D-EB7C133DEB0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20970-4A72-496C-92DD-D1CEFA952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564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697D-9AD0-4516-A22D-EB7C133DEB0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20970-4A72-496C-92DD-D1CEFA952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14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697D-9AD0-4516-A22D-EB7C133DEB0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20970-4A72-496C-92DD-D1CEFA952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9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697D-9AD0-4516-A22D-EB7C133DEB0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20970-4A72-496C-92DD-D1CEFA952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890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697D-9AD0-4516-A22D-EB7C133DEB0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20970-4A72-496C-92DD-D1CEFA952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55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697D-9AD0-4516-A22D-EB7C133DEB0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20970-4A72-496C-92DD-D1CEFA952AC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385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697D-9AD0-4516-A22D-EB7C133DEB0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20970-4A72-496C-92DD-D1CEFA952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98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697D-9AD0-4516-A22D-EB7C133DEB0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20970-4A72-496C-92DD-D1CEFA952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49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697D-9AD0-4516-A22D-EB7C133DEB0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20970-4A72-496C-92DD-D1CEFA952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222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697D-9AD0-4516-A22D-EB7C133DEB0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20970-4A72-496C-92DD-D1CEFA952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061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D697D-9AD0-4516-A22D-EB7C133DEB0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20970-4A72-496C-92DD-D1CEFA952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19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1ED697D-9AD0-4516-A22D-EB7C133DEB0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20970-4A72-496C-92DD-D1CEFA952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1250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5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6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7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8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0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1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2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3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4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25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26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27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28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29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30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31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32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33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34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35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36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38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39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4" Type="http://schemas.openxmlformats.org/officeDocument/2006/relationships/image" Target="../media/image40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41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7529" y="1846730"/>
            <a:ext cx="111700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5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LANGKAH LANGKAH MELAKUKAN PENCATATAN NON TENDER DAN PENCATATAN SWAKELOLA</a:t>
            </a:r>
            <a:endParaRPr lang="en-US" sz="5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064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945245"/>
              </p:ext>
            </p:extLst>
          </p:nvPr>
        </p:nvGraphicFramePr>
        <p:xfrm>
          <a:off x="1214438" y="500063"/>
          <a:ext cx="9763125" cy="585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Bitmap Image" r:id="rId3" imgW="9763200" imgH="5857920" progId="PBrush">
                  <p:embed/>
                </p:oleObj>
              </mc:Choice>
              <mc:Fallback>
                <p:oleObj name="Bitmap Image" r:id="rId3" imgW="9763200" imgH="58579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4438" y="500063"/>
                        <a:ext cx="9763125" cy="5857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466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9833988"/>
              </p:ext>
            </p:extLst>
          </p:nvPr>
        </p:nvGraphicFramePr>
        <p:xfrm>
          <a:off x="2462213" y="1079500"/>
          <a:ext cx="7267575" cy="469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Bitmap Image" r:id="rId3" imgW="7267680" imgH="4695840" progId="PBrush">
                  <p:embed/>
                </p:oleObj>
              </mc:Choice>
              <mc:Fallback>
                <p:oleObj name="Bitmap Image" r:id="rId3" imgW="7267680" imgH="46958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62213" y="1079500"/>
                        <a:ext cx="7267575" cy="4695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6285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922926"/>
              </p:ext>
            </p:extLst>
          </p:nvPr>
        </p:nvGraphicFramePr>
        <p:xfrm>
          <a:off x="5010991" y="688414"/>
          <a:ext cx="3209925" cy="519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Bitmap Image" r:id="rId3" imgW="3209760" imgH="5191200" progId="PBrush">
                  <p:embed/>
                </p:oleObj>
              </mc:Choice>
              <mc:Fallback>
                <p:oleObj name="Bitmap Image" r:id="rId3" imgW="3209760" imgH="51912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10991" y="688414"/>
                        <a:ext cx="3209925" cy="5191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6391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653" y="3050776"/>
            <a:ext cx="6828747" cy="1400530"/>
          </a:xfrm>
        </p:spPr>
        <p:txBody>
          <a:bodyPr/>
          <a:lstStyle/>
          <a:p>
            <a:pPr algn="ctr"/>
            <a:r>
              <a:rPr lang="id-ID" b="1" dirty="0" smtClean="0"/>
              <a:t>PENCATATAN SWAKELOLA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3895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603739"/>
              </p:ext>
            </p:extLst>
          </p:nvPr>
        </p:nvGraphicFramePr>
        <p:xfrm>
          <a:off x="1443038" y="1308100"/>
          <a:ext cx="9305925" cy="423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Bitmap Image" r:id="rId3" imgW="9306000" imgH="4238640" progId="PBrush">
                  <p:embed/>
                </p:oleObj>
              </mc:Choice>
              <mc:Fallback>
                <p:oleObj name="Bitmap Image" r:id="rId3" imgW="9306000" imgH="42386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3038" y="1308100"/>
                        <a:ext cx="9305925" cy="423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2876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787024"/>
              </p:ext>
            </p:extLst>
          </p:nvPr>
        </p:nvGraphicFramePr>
        <p:xfrm>
          <a:off x="2176010" y="1190171"/>
          <a:ext cx="7781925" cy="401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name="Bitmap Image" r:id="rId3" imgW="7781760" imgH="4010040" progId="PBrush">
                  <p:embed/>
                </p:oleObj>
              </mc:Choice>
              <mc:Fallback>
                <p:oleObj name="Bitmap Image" r:id="rId3" imgW="7781760" imgH="40100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76010" y="1190171"/>
                        <a:ext cx="7781925" cy="401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3025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950521"/>
              </p:ext>
            </p:extLst>
          </p:nvPr>
        </p:nvGraphicFramePr>
        <p:xfrm>
          <a:off x="1271588" y="1174750"/>
          <a:ext cx="9648825" cy="450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Bitmap Image" r:id="rId3" imgW="9648720" imgH="4505400" progId="PBrush">
                  <p:embed/>
                </p:oleObj>
              </mc:Choice>
              <mc:Fallback>
                <p:oleObj name="Bitmap Image" r:id="rId3" imgW="9648720" imgH="45054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71588" y="1174750"/>
                        <a:ext cx="9648825" cy="4505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5263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656807"/>
              </p:ext>
            </p:extLst>
          </p:nvPr>
        </p:nvGraphicFramePr>
        <p:xfrm>
          <a:off x="1385888" y="509588"/>
          <a:ext cx="9420225" cy="583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" name="Bitmap Image" r:id="rId3" imgW="9420120" imgH="5838840" progId="PBrush">
                  <p:embed/>
                </p:oleObj>
              </mc:Choice>
              <mc:Fallback>
                <p:oleObj name="Bitmap Image" r:id="rId3" imgW="9420120" imgH="58388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5888" y="509588"/>
                        <a:ext cx="9420225" cy="5838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2362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4481986"/>
              </p:ext>
            </p:extLst>
          </p:nvPr>
        </p:nvGraphicFramePr>
        <p:xfrm>
          <a:off x="1443038" y="1250950"/>
          <a:ext cx="9305925" cy="435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" name="Bitmap Image" r:id="rId3" imgW="9306000" imgH="4352760" progId="PBrush">
                  <p:embed/>
                </p:oleObj>
              </mc:Choice>
              <mc:Fallback>
                <p:oleObj name="Bitmap Image" r:id="rId3" imgW="9306000" imgH="43527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3038" y="1250950"/>
                        <a:ext cx="9305925" cy="435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336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023450"/>
              </p:ext>
            </p:extLst>
          </p:nvPr>
        </p:nvGraphicFramePr>
        <p:xfrm>
          <a:off x="2578100" y="719138"/>
          <a:ext cx="7035800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0" name="Bitmap Image" r:id="rId3" imgW="9610560" imgH="7400880" progId="PBrush">
                  <p:embed/>
                </p:oleObj>
              </mc:Choice>
              <mc:Fallback>
                <p:oleObj name="Bitmap Image" r:id="rId3" imgW="9610560" imgH="74008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78100" y="719138"/>
                        <a:ext cx="7035800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0389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762072"/>
              </p:ext>
            </p:extLst>
          </p:nvPr>
        </p:nvGraphicFramePr>
        <p:xfrm>
          <a:off x="2757488" y="166688"/>
          <a:ext cx="6677025" cy="652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Bitmap Image" r:id="rId3" imgW="6676920" imgH="6524640" progId="PBrush">
                  <p:embed/>
                </p:oleObj>
              </mc:Choice>
              <mc:Fallback>
                <p:oleObj name="Bitmap Image" r:id="rId3" imgW="6676920" imgH="65246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57488" y="166688"/>
                        <a:ext cx="6677025" cy="6524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8828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952679"/>
              </p:ext>
            </p:extLst>
          </p:nvPr>
        </p:nvGraphicFramePr>
        <p:xfrm>
          <a:off x="2622550" y="719138"/>
          <a:ext cx="6945313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name="Bitmap Image" r:id="rId3" imgW="9877320" imgH="7705800" progId="PBrush">
                  <p:embed/>
                </p:oleObj>
              </mc:Choice>
              <mc:Fallback>
                <p:oleObj name="Bitmap Image" r:id="rId3" imgW="9877320" imgH="77058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2550" y="719138"/>
                        <a:ext cx="6945313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8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217553"/>
              </p:ext>
            </p:extLst>
          </p:nvPr>
        </p:nvGraphicFramePr>
        <p:xfrm>
          <a:off x="3165702" y="1487714"/>
          <a:ext cx="5686425" cy="309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name="Bitmap Image" r:id="rId3" imgW="5686560" imgH="3095640" progId="PBrush">
                  <p:embed/>
                </p:oleObj>
              </mc:Choice>
              <mc:Fallback>
                <p:oleObj name="Bitmap Image" r:id="rId3" imgW="5686560" imgH="30956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65702" y="1487714"/>
                        <a:ext cx="5686425" cy="309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173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917233"/>
              </p:ext>
            </p:extLst>
          </p:nvPr>
        </p:nvGraphicFramePr>
        <p:xfrm>
          <a:off x="1119188" y="2355850"/>
          <a:ext cx="9953625" cy="214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name="Bitmap Image" r:id="rId3" imgW="9953640" imgH="2143080" progId="PBrush">
                  <p:embed/>
                </p:oleObj>
              </mc:Choice>
              <mc:Fallback>
                <p:oleObj name="Bitmap Image" r:id="rId3" imgW="9953640" imgH="21430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9188" y="2355850"/>
                        <a:ext cx="9953625" cy="2143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0222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083706"/>
              </p:ext>
            </p:extLst>
          </p:nvPr>
        </p:nvGraphicFramePr>
        <p:xfrm>
          <a:off x="1309688" y="793750"/>
          <a:ext cx="9572625" cy="526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7" name="Bitmap Image" r:id="rId3" imgW="9572760" imgH="5267160" progId="PBrush">
                  <p:embed/>
                </p:oleObj>
              </mc:Choice>
              <mc:Fallback>
                <p:oleObj name="Bitmap Image" r:id="rId3" imgW="9572760" imgH="52671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09688" y="793750"/>
                        <a:ext cx="9572625" cy="5267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7379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1672047"/>
              </p:ext>
            </p:extLst>
          </p:nvPr>
        </p:nvGraphicFramePr>
        <p:xfrm>
          <a:off x="2763838" y="719138"/>
          <a:ext cx="6664325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1" name="Bitmap Image" r:id="rId3" imgW="9572760" imgH="7781760" progId="PBrush">
                  <p:embed/>
                </p:oleObj>
              </mc:Choice>
              <mc:Fallback>
                <p:oleObj name="Bitmap Image" r:id="rId3" imgW="9572760" imgH="77817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63838" y="719138"/>
                        <a:ext cx="6664325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1891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06389"/>
              </p:ext>
            </p:extLst>
          </p:nvPr>
        </p:nvGraphicFramePr>
        <p:xfrm>
          <a:off x="2811463" y="719138"/>
          <a:ext cx="6567487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4" name="Bitmap Image" r:id="rId3" imgW="9801360" imgH="8086680" progId="PBrush">
                  <p:embed/>
                </p:oleObj>
              </mc:Choice>
              <mc:Fallback>
                <p:oleObj name="Bitmap Image" r:id="rId3" imgW="9801360" imgH="80866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11463" y="719138"/>
                        <a:ext cx="6567487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4365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220270"/>
              </p:ext>
            </p:extLst>
          </p:nvPr>
        </p:nvGraphicFramePr>
        <p:xfrm>
          <a:off x="2871788" y="185738"/>
          <a:ext cx="6448425" cy="648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Bitmap Image" r:id="rId3" imgW="6448320" imgH="6486480" progId="PBrush">
                  <p:embed/>
                </p:oleObj>
              </mc:Choice>
              <mc:Fallback>
                <p:oleObj name="Bitmap Image" r:id="rId3" imgW="6448320" imgH="64864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71788" y="185738"/>
                        <a:ext cx="6448425" cy="6486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0798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085591"/>
              </p:ext>
            </p:extLst>
          </p:nvPr>
        </p:nvGraphicFramePr>
        <p:xfrm>
          <a:off x="2760663" y="719138"/>
          <a:ext cx="6670675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0" name="Bitmap Image" r:id="rId3" imgW="9534600" imgH="7743960" progId="PBrush">
                  <p:embed/>
                </p:oleObj>
              </mc:Choice>
              <mc:Fallback>
                <p:oleObj name="Bitmap Image" r:id="rId3" imgW="9534600" imgH="77439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60663" y="719138"/>
                        <a:ext cx="6670675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9036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4004637"/>
              </p:ext>
            </p:extLst>
          </p:nvPr>
        </p:nvGraphicFramePr>
        <p:xfrm>
          <a:off x="2757488" y="1841500"/>
          <a:ext cx="6677025" cy="317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" name="Bitmap Image" r:id="rId3" imgW="6676920" imgH="3171960" progId="PBrush">
                  <p:embed/>
                </p:oleObj>
              </mc:Choice>
              <mc:Fallback>
                <p:oleObj name="Bitmap Image" r:id="rId3" imgW="6676920" imgH="31719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57488" y="1841500"/>
                        <a:ext cx="6677025" cy="3171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6311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452162"/>
              </p:ext>
            </p:extLst>
          </p:nvPr>
        </p:nvGraphicFramePr>
        <p:xfrm>
          <a:off x="2790825" y="719138"/>
          <a:ext cx="6608763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" name="Bitmap Image" r:id="rId3" imgW="9725040" imgH="7972560" progId="PBrush">
                  <p:embed/>
                </p:oleObj>
              </mc:Choice>
              <mc:Fallback>
                <p:oleObj name="Bitmap Image" r:id="rId3" imgW="9725040" imgH="79725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90825" y="719138"/>
                        <a:ext cx="6608763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2751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521125"/>
              </p:ext>
            </p:extLst>
          </p:nvPr>
        </p:nvGraphicFramePr>
        <p:xfrm>
          <a:off x="1328738" y="1289050"/>
          <a:ext cx="9534525" cy="427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9" name="Bitmap Image" r:id="rId3" imgW="9534600" imgH="4276800" progId="PBrush">
                  <p:embed/>
                </p:oleObj>
              </mc:Choice>
              <mc:Fallback>
                <p:oleObj name="Bitmap Image" r:id="rId3" imgW="9534600" imgH="42768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8738" y="1289050"/>
                        <a:ext cx="9534525" cy="427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1889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9923384"/>
              </p:ext>
            </p:extLst>
          </p:nvPr>
        </p:nvGraphicFramePr>
        <p:xfrm>
          <a:off x="2840038" y="719138"/>
          <a:ext cx="6510337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" name="Bitmap Image" r:id="rId3" imgW="9991800" imgH="8315280" progId="PBrush">
                  <p:embed/>
                </p:oleObj>
              </mc:Choice>
              <mc:Fallback>
                <p:oleObj name="Bitmap Image" r:id="rId3" imgW="9991800" imgH="83152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0038" y="719138"/>
                        <a:ext cx="6510337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3262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653" y="3050776"/>
            <a:ext cx="6828747" cy="1400530"/>
          </a:xfrm>
        </p:spPr>
        <p:txBody>
          <a:bodyPr/>
          <a:lstStyle/>
          <a:p>
            <a:pPr algn="ctr"/>
            <a:r>
              <a:rPr lang="id-ID" b="1" dirty="0" smtClean="0"/>
              <a:t>PENCATATAN NON TENDER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12755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884086"/>
              </p:ext>
            </p:extLst>
          </p:nvPr>
        </p:nvGraphicFramePr>
        <p:xfrm>
          <a:off x="1423988" y="90488"/>
          <a:ext cx="9344025" cy="667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name="Bitmap Image" r:id="rId3" imgW="9344160" imgH="6676920" progId="PBrush">
                  <p:embed/>
                </p:oleObj>
              </mc:Choice>
              <mc:Fallback>
                <p:oleObj name="Bitmap Image" r:id="rId3" imgW="9344160" imgH="66769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3988" y="90488"/>
                        <a:ext cx="9344025" cy="667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7565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085300"/>
              </p:ext>
            </p:extLst>
          </p:nvPr>
        </p:nvGraphicFramePr>
        <p:xfrm>
          <a:off x="1423988" y="1041400"/>
          <a:ext cx="9344025" cy="477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name="Bitmap Image" r:id="rId3" imgW="9344160" imgH="4772160" progId="PBrush">
                  <p:embed/>
                </p:oleObj>
              </mc:Choice>
              <mc:Fallback>
                <p:oleObj name="Bitmap Image" r:id="rId3" imgW="9344160" imgH="47721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3988" y="1041400"/>
                        <a:ext cx="9344025" cy="4772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7226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170481"/>
              </p:ext>
            </p:extLst>
          </p:nvPr>
        </p:nvGraphicFramePr>
        <p:xfrm>
          <a:off x="1290638" y="681038"/>
          <a:ext cx="9610725" cy="549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0" name="Bitmap Image" r:id="rId3" imgW="9610560" imgH="5495760" progId="PBrush">
                  <p:embed/>
                </p:oleObj>
              </mc:Choice>
              <mc:Fallback>
                <p:oleObj name="Bitmap Image" r:id="rId3" imgW="9610560" imgH="54957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0638" y="681038"/>
                        <a:ext cx="9610725" cy="549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7076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838663"/>
              </p:ext>
            </p:extLst>
          </p:nvPr>
        </p:nvGraphicFramePr>
        <p:xfrm>
          <a:off x="1385888" y="2032000"/>
          <a:ext cx="9420225" cy="279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3" name="Bitmap Image" r:id="rId3" imgW="9420120" imgH="2790720" progId="PBrush">
                  <p:embed/>
                </p:oleObj>
              </mc:Choice>
              <mc:Fallback>
                <p:oleObj name="Bitmap Image" r:id="rId3" imgW="9420120" imgH="27907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5888" y="2032000"/>
                        <a:ext cx="9420225" cy="2790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45517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638051"/>
              </p:ext>
            </p:extLst>
          </p:nvPr>
        </p:nvGraphicFramePr>
        <p:xfrm>
          <a:off x="1252538" y="755650"/>
          <a:ext cx="9686925" cy="534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7" name="Bitmap Image" r:id="rId3" imgW="9686880" imgH="5343480" progId="PBrush">
                  <p:embed/>
                </p:oleObj>
              </mc:Choice>
              <mc:Fallback>
                <p:oleObj name="Bitmap Image" r:id="rId3" imgW="9686880" imgH="53434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2538" y="755650"/>
                        <a:ext cx="9686925" cy="5343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29075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9450570"/>
              </p:ext>
            </p:extLst>
          </p:nvPr>
        </p:nvGraphicFramePr>
        <p:xfrm>
          <a:off x="1233488" y="642938"/>
          <a:ext cx="9725025" cy="557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Bitmap Image" r:id="rId3" imgW="9725040" imgH="5572080" progId="PBrush">
                  <p:embed/>
                </p:oleObj>
              </mc:Choice>
              <mc:Fallback>
                <p:oleObj name="Bitmap Image" r:id="rId3" imgW="9725040" imgH="55720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3488" y="642938"/>
                        <a:ext cx="9725025" cy="5572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81837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0008511"/>
              </p:ext>
            </p:extLst>
          </p:nvPr>
        </p:nvGraphicFramePr>
        <p:xfrm>
          <a:off x="1252538" y="2489200"/>
          <a:ext cx="9686925" cy="187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Bitmap Image" r:id="rId3" imgW="9686880" imgH="1876320" progId="PBrush">
                  <p:embed/>
                </p:oleObj>
              </mc:Choice>
              <mc:Fallback>
                <p:oleObj name="Bitmap Image" r:id="rId3" imgW="9686880" imgH="18763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2538" y="2489200"/>
                        <a:ext cx="9686925" cy="187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23152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73663"/>
              </p:ext>
            </p:extLst>
          </p:nvPr>
        </p:nvGraphicFramePr>
        <p:xfrm>
          <a:off x="3176588" y="1765300"/>
          <a:ext cx="5838825" cy="332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Bitmap Image" r:id="rId3" imgW="5838840" imgH="3324240" progId="PBrush">
                  <p:embed/>
                </p:oleObj>
              </mc:Choice>
              <mc:Fallback>
                <p:oleObj name="Bitmap Image" r:id="rId3" imgW="5838840" imgH="33242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6588" y="1765300"/>
                        <a:ext cx="5838825" cy="3324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83757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4146205"/>
              </p:ext>
            </p:extLst>
          </p:nvPr>
        </p:nvGraphicFramePr>
        <p:xfrm>
          <a:off x="947738" y="1917700"/>
          <a:ext cx="10296525" cy="301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Bitmap Image" r:id="rId3" imgW="10296360" imgH="3019320" progId="PBrush">
                  <p:embed/>
                </p:oleObj>
              </mc:Choice>
              <mc:Fallback>
                <p:oleObj name="Bitmap Image" r:id="rId3" imgW="10296360" imgH="30193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7738" y="1917700"/>
                        <a:ext cx="10296525" cy="301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1281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4795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969599"/>
              </p:ext>
            </p:extLst>
          </p:nvPr>
        </p:nvGraphicFramePr>
        <p:xfrm>
          <a:off x="1500188" y="1803400"/>
          <a:ext cx="9191625" cy="324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8" name="Bitmap Image" r:id="rId3" imgW="9191520" imgH="3247920" progId="PBrush">
                  <p:embed/>
                </p:oleObj>
              </mc:Choice>
              <mc:Fallback>
                <p:oleObj name="Bitmap Image" r:id="rId3" imgW="9191520" imgH="32479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0188" y="1803400"/>
                        <a:ext cx="9191625" cy="324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7029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978493"/>
              </p:ext>
            </p:extLst>
          </p:nvPr>
        </p:nvGraphicFramePr>
        <p:xfrm>
          <a:off x="2609850" y="719138"/>
          <a:ext cx="6972300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1" name="Bitmap Image" r:id="rId3" imgW="9572760" imgH="7439040" progId="PBrush">
                  <p:embed/>
                </p:oleObj>
              </mc:Choice>
              <mc:Fallback>
                <p:oleObj name="Bitmap Image" r:id="rId3" imgW="9572760" imgH="74390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09850" y="719138"/>
                        <a:ext cx="6972300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93086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930686"/>
              </p:ext>
            </p:extLst>
          </p:nvPr>
        </p:nvGraphicFramePr>
        <p:xfrm>
          <a:off x="1404938" y="2089150"/>
          <a:ext cx="9382125" cy="267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3" name="Bitmap Image" r:id="rId3" imgW="9381960" imgH="2676600" progId="PBrush">
                  <p:embed/>
                </p:oleObj>
              </mc:Choice>
              <mc:Fallback>
                <p:oleObj name="Bitmap Image" r:id="rId3" imgW="9381960" imgH="26766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4938" y="2089150"/>
                        <a:ext cx="9382125" cy="2676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0105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7655843"/>
              </p:ext>
            </p:extLst>
          </p:nvPr>
        </p:nvGraphicFramePr>
        <p:xfrm>
          <a:off x="1366838" y="889000"/>
          <a:ext cx="9458325" cy="507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7" name="Bitmap Image" r:id="rId3" imgW="9458280" imgH="5076720" progId="PBrush">
                  <p:embed/>
                </p:oleObj>
              </mc:Choice>
              <mc:Fallback>
                <p:oleObj name="Bitmap Image" r:id="rId3" imgW="9458280" imgH="50767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66838" y="889000"/>
                        <a:ext cx="9458325" cy="5076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13279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653" y="2063804"/>
            <a:ext cx="6828747" cy="1400530"/>
          </a:xfrm>
        </p:spPr>
        <p:txBody>
          <a:bodyPr/>
          <a:lstStyle/>
          <a:p>
            <a:pPr algn="ctr"/>
            <a:r>
              <a:rPr lang="id-ID" b="1" dirty="0" smtClean="0"/>
              <a:t>TERIMA KASIH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101922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58</TotalTime>
  <Words>16</Words>
  <Application>Microsoft Office PowerPoint</Application>
  <PresentationFormat>Widescreen</PresentationFormat>
  <Paragraphs>4</Paragraphs>
  <Slides>40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Century Gothic</vt:lpstr>
      <vt:lpstr>Tahoma</vt:lpstr>
      <vt:lpstr>Wingdings 3</vt:lpstr>
      <vt:lpstr>Ion</vt:lpstr>
      <vt:lpstr>Bitmap Image</vt:lpstr>
      <vt:lpstr>PowerPoint Presentation</vt:lpstr>
      <vt:lpstr>PowerPoint Presentation</vt:lpstr>
      <vt:lpstr>PowerPoint Presentation</vt:lpstr>
      <vt:lpstr>PowerPoint Presentation</vt:lpstr>
      <vt:lpstr>PENCATATAN SWAKELOLA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PENCATATAN NON TENDER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27</cp:revision>
  <dcterms:created xsi:type="dcterms:W3CDTF">2022-10-28T00:54:55Z</dcterms:created>
  <dcterms:modified xsi:type="dcterms:W3CDTF">2022-10-28T01:53:07Z</dcterms:modified>
</cp:coreProperties>
</file>